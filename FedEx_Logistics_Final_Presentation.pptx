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3BEF6F5D.xml" ContentType="application/vnd.ms-powerpoint.comments+xml"/>
  <Override PartName="/ppt/comments/modernComment_104_57C5092B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omments/modernComment_106_EA256E4B.xml" ContentType="application/vnd.ms-powerpoint.comment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omments/modernComment_109_107F2B83.xml" ContentType="application/vnd.ms-powerpoint.comment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omments/modernComment_10B_A3053116.xml" ContentType="application/vnd.ms-powerpoint.comment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omments/modernComment_10D_5E13ED24.xml" ContentType="application/vnd.ms-powerpoint.comments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omments/modernComment_10F_8484475D.xml" ContentType="application/vnd.ms-powerpoint.comments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0" r:id="rId5"/>
    <p:sldId id="273" r:id="rId6"/>
    <p:sldId id="261" r:id="rId7"/>
    <p:sldId id="274" r:id="rId8"/>
    <p:sldId id="262" r:id="rId9"/>
    <p:sldId id="275" r:id="rId10"/>
    <p:sldId id="263" r:id="rId11"/>
    <p:sldId id="276" r:id="rId12"/>
    <p:sldId id="264" r:id="rId13"/>
    <p:sldId id="277" r:id="rId14"/>
    <p:sldId id="265" r:id="rId15"/>
    <p:sldId id="278" r:id="rId16"/>
    <p:sldId id="266" r:id="rId17"/>
    <p:sldId id="279" r:id="rId18"/>
    <p:sldId id="267" r:id="rId19"/>
    <p:sldId id="268" r:id="rId20"/>
    <p:sldId id="280" r:id="rId21"/>
    <p:sldId id="269" r:id="rId22"/>
    <p:sldId id="281" r:id="rId23"/>
    <p:sldId id="270" r:id="rId24"/>
    <p:sldId id="271" r:id="rId25"/>
    <p:sldId id="282" r:id="rId26"/>
    <p:sldId id="272" r:id="rId27"/>
    <p:sldId id="283" r:id="rId28"/>
    <p:sldId id="25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3256916-ED62-52C8-2319-01D97F157F12}" name="SHANTANU MANOHAR" initials="SM" userId="S::powerbi@shanuum.onmicrosoft.com::dcca8a97-9b1d-4d72-a8ef-502f359bd5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10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11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13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14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15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16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17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18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19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20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21.csv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22.csv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26.csv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27.csv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29.csv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30.csv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32.csv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33.csv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34.csv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ownloads\MySQL35.csv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Delivery</a:t>
            </a:r>
            <a:r>
              <a:rPr lang="en-US" baseline="0" dirty="0"/>
              <a:t> </a:t>
            </a:r>
            <a:r>
              <a:rPr lang="en-US" dirty="0"/>
              <a:t>delay</a:t>
            </a:r>
            <a:r>
              <a:rPr lang="en-US" baseline="0" dirty="0"/>
              <a:t> </a:t>
            </a:r>
            <a:r>
              <a:rPr lang="en-US" dirty="0"/>
              <a:t>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MySQL10!$D$1</c:f>
              <c:strCache>
                <c:ptCount val="1"/>
                <c:pt idx="0">
                  <c:v>delivery_delay_hours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MySQL10!$A$2:$A$1001</c:f>
              <c:strCache>
                <c:ptCount val="1000"/>
                <c:pt idx="0">
                  <c:v>S00001</c:v>
                </c:pt>
                <c:pt idx="1">
                  <c:v>S00002</c:v>
                </c:pt>
                <c:pt idx="2">
                  <c:v>S00003</c:v>
                </c:pt>
                <c:pt idx="3">
                  <c:v>S00004</c:v>
                </c:pt>
                <c:pt idx="4">
                  <c:v>S00005</c:v>
                </c:pt>
                <c:pt idx="5">
                  <c:v>S00006</c:v>
                </c:pt>
                <c:pt idx="6">
                  <c:v>S00007</c:v>
                </c:pt>
                <c:pt idx="7">
                  <c:v>S00008</c:v>
                </c:pt>
                <c:pt idx="8">
                  <c:v>S00009</c:v>
                </c:pt>
                <c:pt idx="9">
                  <c:v>S00010</c:v>
                </c:pt>
                <c:pt idx="10">
                  <c:v>S00011</c:v>
                </c:pt>
                <c:pt idx="11">
                  <c:v>S00012</c:v>
                </c:pt>
                <c:pt idx="12">
                  <c:v>S00013</c:v>
                </c:pt>
                <c:pt idx="13">
                  <c:v>S00014</c:v>
                </c:pt>
                <c:pt idx="14">
                  <c:v>S00015</c:v>
                </c:pt>
                <c:pt idx="15">
                  <c:v>S00016</c:v>
                </c:pt>
                <c:pt idx="16">
                  <c:v>S00017</c:v>
                </c:pt>
                <c:pt idx="17">
                  <c:v>S00018</c:v>
                </c:pt>
                <c:pt idx="18">
                  <c:v>S00019</c:v>
                </c:pt>
                <c:pt idx="19">
                  <c:v>S00020</c:v>
                </c:pt>
                <c:pt idx="20">
                  <c:v>S00021</c:v>
                </c:pt>
                <c:pt idx="21">
                  <c:v>S00022</c:v>
                </c:pt>
                <c:pt idx="22">
                  <c:v>S00023</c:v>
                </c:pt>
                <c:pt idx="23">
                  <c:v>S00024</c:v>
                </c:pt>
                <c:pt idx="24">
                  <c:v>S00025</c:v>
                </c:pt>
                <c:pt idx="25">
                  <c:v>S00026</c:v>
                </c:pt>
                <c:pt idx="26">
                  <c:v>S00027</c:v>
                </c:pt>
                <c:pt idx="27">
                  <c:v>S00028</c:v>
                </c:pt>
                <c:pt idx="28">
                  <c:v>S00029</c:v>
                </c:pt>
                <c:pt idx="29">
                  <c:v>S00030</c:v>
                </c:pt>
                <c:pt idx="30">
                  <c:v>S00031</c:v>
                </c:pt>
                <c:pt idx="31">
                  <c:v>S00032</c:v>
                </c:pt>
                <c:pt idx="32">
                  <c:v>S00033</c:v>
                </c:pt>
                <c:pt idx="33">
                  <c:v>S00034</c:v>
                </c:pt>
                <c:pt idx="34">
                  <c:v>S00035</c:v>
                </c:pt>
                <c:pt idx="35">
                  <c:v>S00036</c:v>
                </c:pt>
                <c:pt idx="36">
                  <c:v>S00037</c:v>
                </c:pt>
                <c:pt idx="37">
                  <c:v>S00038</c:v>
                </c:pt>
                <c:pt idx="38">
                  <c:v>S00039</c:v>
                </c:pt>
                <c:pt idx="39">
                  <c:v>S00040</c:v>
                </c:pt>
                <c:pt idx="40">
                  <c:v>S00041</c:v>
                </c:pt>
                <c:pt idx="41">
                  <c:v>S00042</c:v>
                </c:pt>
                <c:pt idx="42">
                  <c:v>S00043</c:v>
                </c:pt>
                <c:pt idx="43">
                  <c:v>S00044</c:v>
                </c:pt>
                <c:pt idx="44">
                  <c:v>S00045</c:v>
                </c:pt>
                <c:pt idx="45">
                  <c:v>S00046</c:v>
                </c:pt>
                <c:pt idx="46">
                  <c:v>S00047</c:v>
                </c:pt>
                <c:pt idx="47">
                  <c:v>S00048</c:v>
                </c:pt>
                <c:pt idx="48">
                  <c:v>S00049</c:v>
                </c:pt>
                <c:pt idx="49">
                  <c:v>S00050</c:v>
                </c:pt>
                <c:pt idx="50">
                  <c:v>S00051</c:v>
                </c:pt>
                <c:pt idx="51">
                  <c:v>S00052</c:v>
                </c:pt>
                <c:pt idx="52">
                  <c:v>S00053</c:v>
                </c:pt>
                <c:pt idx="53">
                  <c:v>S00054</c:v>
                </c:pt>
                <c:pt idx="54">
                  <c:v>S00055</c:v>
                </c:pt>
                <c:pt idx="55">
                  <c:v>S00056</c:v>
                </c:pt>
                <c:pt idx="56">
                  <c:v>S00057</c:v>
                </c:pt>
                <c:pt idx="57">
                  <c:v>S00058</c:v>
                </c:pt>
                <c:pt idx="58">
                  <c:v>S00059</c:v>
                </c:pt>
                <c:pt idx="59">
                  <c:v>S00060</c:v>
                </c:pt>
                <c:pt idx="60">
                  <c:v>S00061</c:v>
                </c:pt>
                <c:pt idx="61">
                  <c:v>S00062</c:v>
                </c:pt>
                <c:pt idx="62">
                  <c:v>S00063</c:v>
                </c:pt>
                <c:pt idx="63">
                  <c:v>S00064</c:v>
                </c:pt>
                <c:pt idx="64">
                  <c:v>S00065</c:v>
                </c:pt>
                <c:pt idx="65">
                  <c:v>S00066</c:v>
                </c:pt>
                <c:pt idx="66">
                  <c:v>S00067</c:v>
                </c:pt>
                <c:pt idx="67">
                  <c:v>S00068</c:v>
                </c:pt>
                <c:pt idx="68">
                  <c:v>S00069</c:v>
                </c:pt>
                <c:pt idx="69">
                  <c:v>S00070</c:v>
                </c:pt>
                <c:pt idx="70">
                  <c:v>S00071</c:v>
                </c:pt>
                <c:pt idx="71">
                  <c:v>S00072</c:v>
                </c:pt>
                <c:pt idx="72">
                  <c:v>S00073</c:v>
                </c:pt>
                <c:pt idx="73">
                  <c:v>S00074</c:v>
                </c:pt>
                <c:pt idx="74">
                  <c:v>S00075</c:v>
                </c:pt>
                <c:pt idx="75">
                  <c:v>S00076</c:v>
                </c:pt>
                <c:pt idx="76">
                  <c:v>S00077</c:v>
                </c:pt>
                <c:pt idx="77">
                  <c:v>S00078</c:v>
                </c:pt>
                <c:pt idx="78">
                  <c:v>S00079</c:v>
                </c:pt>
                <c:pt idx="79">
                  <c:v>S00080</c:v>
                </c:pt>
                <c:pt idx="80">
                  <c:v>S00081</c:v>
                </c:pt>
                <c:pt idx="81">
                  <c:v>S00082</c:v>
                </c:pt>
                <c:pt idx="82">
                  <c:v>S00083</c:v>
                </c:pt>
                <c:pt idx="83">
                  <c:v>S00084</c:v>
                </c:pt>
                <c:pt idx="84">
                  <c:v>S00085</c:v>
                </c:pt>
                <c:pt idx="85">
                  <c:v>S00086</c:v>
                </c:pt>
                <c:pt idx="86">
                  <c:v>S00087</c:v>
                </c:pt>
                <c:pt idx="87">
                  <c:v>S00088</c:v>
                </c:pt>
                <c:pt idx="88">
                  <c:v>S00089</c:v>
                </c:pt>
                <c:pt idx="89">
                  <c:v>S00090</c:v>
                </c:pt>
                <c:pt idx="90">
                  <c:v>S00091</c:v>
                </c:pt>
                <c:pt idx="91">
                  <c:v>S00092</c:v>
                </c:pt>
                <c:pt idx="92">
                  <c:v>S00093</c:v>
                </c:pt>
                <c:pt idx="93">
                  <c:v>S00094</c:v>
                </c:pt>
                <c:pt idx="94">
                  <c:v>S00095</c:v>
                </c:pt>
                <c:pt idx="95">
                  <c:v>S00096</c:v>
                </c:pt>
                <c:pt idx="96">
                  <c:v>S00097</c:v>
                </c:pt>
                <c:pt idx="97">
                  <c:v>S00098</c:v>
                </c:pt>
                <c:pt idx="98">
                  <c:v>S00099</c:v>
                </c:pt>
                <c:pt idx="99">
                  <c:v>S00100</c:v>
                </c:pt>
                <c:pt idx="100">
                  <c:v>S00101</c:v>
                </c:pt>
                <c:pt idx="101">
                  <c:v>S00102</c:v>
                </c:pt>
                <c:pt idx="102">
                  <c:v>S00103</c:v>
                </c:pt>
                <c:pt idx="103">
                  <c:v>S00104</c:v>
                </c:pt>
                <c:pt idx="104">
                  <c:v>S00105</c:v>
                </c:pt>
                <c:pt idx="105">
                  <c:v>S00106</c:v>
                </c:pt>
                <c:pt idx="106">
                  <c:v>S00107</c:v>
                </c:pt>
                <c:pt idx="107">
                  <c:v>S00108</c:v>
                </c:pt>
                <c:pt idx="108">
                  <c:v>S00109</c:v>
                </c:pt>
                <c:pt idx="109">
                  <c:v>S00110</c:v>
                </c:pt>
                <c:pt idx="110">
                  <c:v>S00111</c:v>
                </c:pt>
                <c:pt idx="111">
                  <c:v>S00112</c:v>
                </c:pt>
                <c:pt idx="112">
                  <c:v>S00113</c:v>
                </c:pt>
                <c:pt idx="113">
                  <c:v>S00114</c:v>
                </c:pt>
                <c:pt idx="114">
                  <c:v>S00115</c:v>
                </c:pt>
                <c:pt idx="115">
                  <c:v>S00116</c:v>
                </c:pt>
                <c:pt idx="116">
                  <c:v>S00117</c:v>
                </c:pt>
                <c:pt idx="117">
                  <c:v>S00118</c:v>
                </c:pt>
                <c:pt idx="118">
                  <c:v>S00119</c:v>
                </c:pt>
                <c:pt idx="119">
                  <c:v>S00120</c:v>
                </c:pt>
                <c:pt idx="120">
                  <c:v>S00121</c:v>
                </c:pt>
                <c:pt idx="121">
                  <c:v>S00122</c:v>
                </c:pt>
                <c:pt idx="122">
                  <c:v>S00123</c:v>
                </c:pt>
                <c:pt idx="123">
                  <c:v>S00124</c:v>
                </c:pt>
                <c:pt idx="124">
                  <c:v>S00125</c:v>
                </c:pt>
                <c:pt idx="125">
                  <c:v>S00126</c:v>
                </c:pt>
                <c:pt idx="126">
                  <c:v>S00127</c:v>
                </c:pt>
                <c:pt idx="127">
                  <c:v>S00128</c:v>
                </c:pt>
                <c:pt idx="128">
                  <c:v>S00129</c:v>
                </c:pt>
                <c:pt idx="129">
                  <c:v>S00130</c:v>
                </c:pt>
                <c:pt idx="130">
                  <c:v>S00131</c:v>
                </c:pt>
                <c:pt idx="131">
                  <c:v>S00132</c:v>
                </c:pt>
                <c:pt idx="132">
                  <c:v>S00133</c:v>
                </c:pt>
                <c:pt idx="133">
                  <c:v>S00134</c:v>
                </c:pt>
                <c:pt idx="134">
                  <c:v>S00135</c:v>
                </c:pt>
                <c:pt idx="135">
                  <c:v>S00136</c:v>
                </c:pt>
                <c:pt idx="136">
                  <c:v>S00137</c:v>
                </c:pt>
                <c:pt idx="137">
                  <c:v>S00138</c:v>
                </c:pt>
                <c:pt idx="138">
                  <c:v>S00139</c:v>
                </c:pt>
                <c:pt idx="139">
                  <c:v>S00140</c:v>
                </c:pt>
                <c:pt idx="140">
                  <c:v>S00141</c:v>
                </c:pt>
                <c:pt idx="141">
                  <c:v>S00142</c:v>
                </c:pt>
                <c:pt idx="142">
                  <c:v>S00143</c:v>
                </c:pt>
                <c:pt idx="143">
                  <c:v>S00144</c:v>
                </c:pt>
                <c:pt idx="144">
                  <c:v>S00145</c:v>
                </c:pt>
                <c:pt idx="145">
                  <c:v>S00146</c:v>
                </c:pt>
                <c:pt idx="146">
                  <c:v>S00147</c:v>
                </c:pt>
                <c:pt idx="147">
                  <c:v>S00148</c:v>
                </c:pt>
                <c:pt idx="148">
                  <c:v>S00149</c:v>
                </c:pt>
                <c:pt idx="149">
                  <c:v>S00150</c:v>
                </c:pt>
                <c:pt idx="150">
                  <c:v>S00151</c:v>
                </c:pt>
                <c:pt idx="151">
                  <c:v>S00152</c:v>
                </c:pt>
                <c:pt idx="152">
                  <c:v>S00153</c:v>
                </c:pt>
                <c:pt idx="153">
                  <c:v>S00154</c:v>
                </c:pt>
                <c:pt idx="154">
                  <c:v>S00155</c:v>
                </c:pt>
                <c:pt idx="155">
                  <c:v>S00156</c:v>
                </c:pt>
                <c:pt idx="156">
                  <c:v>S00157</c:v>
                </c:pt>
                <c:pt idx="157">
                  <c:v>S00158</c:v>
                </c:pt>
                <c:pt idx="158">
                  <c:v>S00159</c:v>
                </c:pt>
                <c:pt idx="159">
                  <c:v>S00160</c:v>
                </c:pt>
                <c:pt idx="160">
                  <c:v>S00161</c:v>
                </c:pt>
                <c:pt idx="161">
                  <c:v>S00162</c:v>
                </c:pt>
                <c:pt idx="162">
                  <c:v>S00163</c:v>
                </c:pt>
                <c:pt idx="163">
                  <c:v>S00164</c:v>
                </c:pt>
                <c:pt idx="164">
                  <c:v>S00165</c:v>
                </c:pt>
                <c:pt idx="165">
                  <c:v>S00166</c:v>
                </c:pt>
                <c:pt idx="166">
                  <c:v>S00167</c:v>
                </c:pt>
                <c:pt idx="167">
                  <c:v>S00168</c:v>
                </c:pt>
                <c:pt idx="168">
                  <c:v>S00169</c:v>
                </c:pt>
                <c:pt idx="169">
                  <c:v>S00170</c:v>
                </c:pt>
                <c:pt idx="170">
                  <c:v>S00171</c:v>
                </c:pt>
                <c:pt idx="171">
                  <c:v>S00172</c:v>
                </c:pt>
                <c:pt idx="172">
                  <c:v>S00173</c:v>
                </c:pt>
                <c:pt idx="173">
                  <c:v>S00174</c:v>
                </c:pt>
                <c:pt idx="174">
                  <c:v>S00175</c:v>
                </c:pt>
                <c:pt idx="175">
                  <c:v>S00176</c:v>
                </c:pt>
                <c:pt idx="176">
                  <c:v>S00177</c:v>
                </c:pt>
                <c:pt idx="177">
                  <c:v>S00178</c:v>
                </c:pt>
                <c:pt idx="178">
                  <c:v>S00179</c:v>
                </c:pt>
                <c:pt idx="179">
                  <c:v>S00180</c:v>
                </c:pt>
                <c:pt idx="180">
                  <c:v>S00181</c:v>
                </c:pt>
                <c:pt idx="181">
                  <c:v>S00182</c:v>
                </c:pt>
                <c:pt idx="182">
                  <c:v>S00183</c:v>
                </c:pt>
                <c:pt idx="183">
                  <c:v>S00184</c:v>
                </c:pt>
                <c:pt idx="184">
                  <c:v>S00185</c:v>
                </c:pt>
                <c:pt idx="185">
                  <c:v>S00186</c:v>
                </c:pt>
                <c:pt idx="186">
                  <c:v>S00187</c:v>
                </c:pt>
                <c:pt idx="187">
                  <c:v>S00188</c:v>
                </c:pt>
                <c:pt idx="188">
                  <c:v>S00189</c:v>
                </c:pt>
                <c:pt idx="189">
                  <c:v>S00190</c:v>
                </c:pt>
                <c:pt idx="190">
                  <c:v>S00191</c:v>
                </c:pt>
                <c:pt idx="191">
                  <c:v>S00192</c:v>
                </c:pt>
                <c:pt idx="192">
                  <c:v>S00193</c:v>
                </c:pt>
                <c:pt idx="193">
                  <c:v>S00194</c:v>
                </c:pt>
                <c:pt idx="194">
                  <c:v>S00195</c:v>
                </c:pt>
                <c:pt idx="195">
                  <c:v>S00196</c:v>
                </c:pt>
                <c:pt idx="196">
                  <c:v>S00197</c:v>
                </c:pt>
                <c:pt idx="197">
                  <c:v>S00198</c:v>
                </c:pt>
                <c:pt idx="198">
                  <c:v>S00199</c:v>
                </c:pt>
                <c:pt idx="199">
                  <c:v>S00200</c:v>
                </c:pt>
                <c:pt idx="200">
                  <c:v>S00201</c:v>
                </c:pt>
                <c:pt idx="201">
                  <c:v>S00202</c:v>
                </c:pt>
                <c:pt idx="202">
                  <c:v>S00203</c:v>
                </c:pt>
                <c:pt idx="203">
                  <c:v>S00204</c:v>
                </c:pt>
                <c:pt idx="204">
                  <c:v>S00205</c:v>
                </c:pt>
                <c:pt idx="205">
                  <c:v>S00206</c:v>
                </c:pt>
                <c:pt idx="206">
                  <c:v>S00207</c:v>
                </c:pt>
                <c:pt idx="207">
                  <c:v>S00208</c:v>
                </c:pt>
                <c:pt idx="208">
                  <c:v>S00209</c:v>
                </c:pt>
                <c:pt idx="209">
                  <c:v>S00210</c:v>
                </c:pt>
                <c:pt idx="210">
                  <c:v>S00211</c:v>
                </c:pt>
                <c:pt idx="211">
                  <c:v>S00212</c:v>
                </c:pt>
                <c:pt idx="212">
                  <c:v>S00213</c:v>
                </c:pt>
                <c:pt idx="213">
                  <c:v>S00214</c:v>
                </c:pt>
                <c:pt idx="214">
                  <c:v>S00215</c:v>
                </c:pt>
                <c:pt idx="215">
                  <c:v>S00216</c:v>
                </c:pt>
                <c:pt idx="216">
                  <c:v>S00217</c:v>
                </c:pt>
                <c:pt idx="217">
                  <c:v>S00218</c:v>
                </c:pt>
                <c:pt idx="218">
                  <c:v>S00219</c:v>
                </c:pt>
                <c:pt idx="219">
                  <c:v>S00220</c:v>
                </c:pt>
                <c:pt idx="220">
                  <c:v>S00221</c:v>
                </c:pt>
                <c:pt idx="221">
                  <c:v>S00222</c:v>
                </c:pt>
                <c:pt idx="222">
                  <c:v>S00223</c:v>
                </c:pt>
                <c:pt idx="223">
                  <c:v>S00224</c:v>
                </c:pt>
                <c:pt idx="224">
                  <c:v>S00225</c:v>
                </c:pt>
                <c:pt idx="225">
                  <c:v>S00226</c:v>
                </c:pt>
                <c:pt idx="226">
                  <c:v>S00227</c:v>
                </c:pt>
                <c:pt idx="227">
                  <c:v>S00228</c:v>
                </c:pt>
                <c:pt idx="228">
                  <c:v>S00229</c:v>
                </c:pt>
                <c:pt idx="229">
                  <c:v>S00230</c:v>
                </c:pt>
                <c:pt idx="230">
                  <c:v>S00231</c:v>
                </c:pt>
                <c:pt idx="231">
                  <c:v>S00232</c:v>
                </c:pt>
                <c:pt idx="232">
                  <c:v>S00233</c:v>
                </c:pt>
                <c:pt idx="233">
                  <c:v>S00234</c:v>
                </c:pt>
                <c:pt idx="234">
                  <c:v>S00235</c:v>
                </c:pt>
                <c:pt idx="235">
                  <c:v>S00236</c:v>
                </c:pt>
                <c:pt idx="236">
                  <c:v>S00237</c:v>
                </c:pt>
                <c:pt idx="237">
                  <c:v>S00238</c:v>
                </c:pt>
                <c:pt idx="238">
                  <c:v>S00239</c:v>
                </c:pt>
                <c:pt idx="239">
                  <c:v>S00240</c:v>
                </c:pt>
                <c:pt idx="240">
                  <c:v>S00241</c:v>
                </c:pt>
                <c:pt idx="241">
                  <c:v>S00242</c:v>
                </c:pt>
                <c:pt idx="242">
                  <c:v>S00243</c:v>
                </c:pt>
                <c:pt idx="243">
                  <c:v>S00244</c:v>
                </c:pt>
                <c:pt idx="244">
                  <c:v>S00245</c:v>
                </c:pt>
                <c:pt idx="245">
                  <c:v>S00246</c:v>
                </c:pt>
                <c:pt idx="246">
                  <c:v>S00247</c:v>
                </c:pt>
                <c:pt idx="247">
                  <c:v>S00248</c:v>
                </c:pt>
                <c:pt idx="248">
                  <c:v>S00249</c:v>
                </c:pt>
                <c:pt idx="249">
                  <c:v>S00250</c:v>
                </c:pt>
                <c:pt idx="250">
                  <c:v>S00251</c:v>
                </c:pt>
                <c:pt idx="251">
                  <c:v>S00252</c:v>
                </c:pt>
                <c:pt idx="252">
                  <c:v>S00253</c:v>
                </c:pt>
                <c:pt idx="253">
                  <c:v>S00254</c:v>
                </c:pt>
                <c:pt idx="254">
                  <c:v>S00255</c:v>
                </c:pt>
                <c:pt idx="255">
                  <c:v>S00256</c:v>
                </c:pt>
                <c:pt idx="256">
                  <c:v>S00257</c:v>
                </c:pt>
                <c:pt idx="257">
                  <c:v>S00258</c:v>
                </c:pt>
                <c:pt idx="258">
                  <c:v>S00259</c:v>
                </c:pt>
                <c:pt idx="259">
                  <c:v>S00260</c:v>
                </c:pt>
                <c:pt idx="260">
                  <c:v>S00261</c:v>
                </c:pt>
                <c:pt idx="261">
                  <c:v>S00262</c:v>
                </c:pt>
                <c:pt idx="262">
                  <c:v>S00263</c:v>
                </c:pt>
                <c:pt idx="263">
                  <c:v>S00264</c:v>
                </c:pt>
                <c:pt idx="264">
                  <c:v>S00265</c:v>
                </c:pt>
                <c:pt idx="265">
                  <c:v>S00266</c:v>
                </c:pt>
                <c:pt idx="266">
                  <c:v>S00267</c:v>
                </c:pt>
                <c:pt idx="267">
                  <c:v>S00268</c:v>
                </c:pt>
                <c:pt idx="268">
                  <c:v>S00269</c:v>
                </c:pt>
                <c:pt idx="269">
                  <c:v>S00270</c:v>
                </c:pt>
                <c:pt idx="270">
                  <c:v>S00271</c:v>
                </c:pt>
                <c:pt idx="271">
                  <c:v>S00272</c:v>
                </c:pt>
                <c:pt idx="272">
                  <c:v>S00273</c:v>
                </c:pt>
                <c:pt idx="273">
                  <c:v>S00274</c:v>
                </c:pt>
                <c:pt idx="274">
                  <c:v>S00275</c:v>
                </c:pt>
                <c:pt idx="275">
                  <c:v>S00276</c:v>
                </c:pt>
                <c:pt idx="276">
                  <c:v>S00277</c:v>
                </c:pt>
                <c:pt idx="277">
                  <c:v>S00278</c:v>
                </c:pt>
                <c:pt idx="278">
                  <c:v>S00279</c:v>
                </c:pt>
                <c:pt idx="279">
                  <c:v>S00280</c:v>
                </c:pt>
                <c:pt idx="280">
                  <c:v>S00281</c:v>
                </c:pt>
                <c:pt idx="281">
                  <c:v>S00282</c:v>
                </c:pt>
                <c:pt idx="282">
                  <c:v>S00283</c:v>
                </c:pt>
                <c:pt idx="283">
                  <c:v>S00284</c:v>
                </c:pt>
                <c:pt idx="284">
                  <c:v>S00285</c:v>
                </c:pt>
                <c:pt idx="285">
                  <c:v>S00286</c:v>
                </c:pt>
                <c:pt idx="286">
                  <c:v>S00287</c:v>
                </c:pt>
                <c:pt idx="287">
                  <c:v>S00288</c:v>
                </c:pt>
                <c:pt idx="288">
                  <c:v>S00289</c:v>
                </c:pt>
                <c:pt idx="289">
                  <c:v>S00290</c:v>
                </c:pt>
                <c:pt idx="290">
                  <c:v>S00291</c:v>
                </c:pt>
                <c:pt idx="291">
                  <c:v>S00292</c:v>
                </c:pt>
                <c:pt idx="292">
                  <c:v>S00293</c:v>
                </c:pt>
                <c:pt idx="293">
                  <c:v>S00294</c:v>
                </c:pt>
                <c:pt idx="294">
                  <c:v>S00295</c:v>
                </c:pt>
                <c:pt idx="295">
                  <c:v>S00296</c:v>
                </c:pt>
                <c:pt idx="296">
                  <c:v>S00297</c:v>
                </c:pt>
                <c:pt idx="297">
                  <c:v>S00298</c:v>
                </c:pt>
                <c:pt idx="298">
                  <c:v>S00299</c:v>
                </c:pt>
                <c:pt idx="299">
                  <c:v>S00300</c:v>
                </c:pt>
                <c:pt idx="300">
                  <c:v>S00301</c:v>
                </c:pt>
                <c:pt idx="301">
                  <c:v>S00302</c:v>
                </c:pt>
                <c:pt idx="302">
                  <c:v>S00303</c:v>
                </c:pt>
                <c:pt idx="303">
                  <c:v>S00304</c:v>
                </c:pt>
                <c:pt idx="304">
                  <c:v>S00305</c:v>
                </c:pt>
                <c:pt idx="305">
                  <c:v>S00306</c:v>
                </c:pt>
                <c:pt idx="306">
                  <c:v>S00307</c:v>
                </c:pt>
                <c:pt idx="307">
                  <c:v>S00308</c:v>
                </c:pt>
                <c:pt idx="308">
                  <c:v>S00309</c:v>
                </c:pt>
                <c:pt idx="309">
                  <c:v>S00310</c:v>
                </c:pt>
                <c:pt idx="310">
                  <c:v>S00311</c:v>
                </c:pt>
                <c:pt idx="311">
                  <c:v>S00312</c:v>
                </c:pt>
                <c:pt idx="312">
                  <c:v>S00313</c:v>
                </c:pt>
                <c:pt idx="313">
                  <c:v>S00314</c:v>
                </c:pt>
                <c:pt idx="314">
                  <c:v>S00315</c:v>
                </c:pt>
                <c:pt idx="315">
                  <c:v>S00316</c:v>
                </c:pt>
                <c:pt idx="316">
                  <c:v>S00317</c:v>
                </c:pt>
                <c:pt idx="317">
                  <c:v>S00318</c:v>
                </c:pt>
                <c:pt idx="318">
                  <c:v>S00319</c:v>
                </c:pt>
                <c:pt idx="319">
                  <c:v>S00320</c:v>
                </c:pt>
                <c:pt idx="320">
                  <c:v>S00321</c:v>
                </c:pt>
                <c:pt idx="321">
                  <c:v>S00322</c:v>
                </c:pt>
                <c:pt idx="322">
                  <c:v>S00323</c:v>
                </c:pt>
                <c:pt idx="323">
                  <c:v>S00324</c:v>
                </c:pt>
                <c:pt idx="324">
                  <c:v>S00325</c:v>
                </c:pt>
                <c:pt idx="325">
                  <c:v>S00326</c:v>
                </c:pt>
                <c:pt idx="326">
                  <c:v>S00327</c:v>
                </c:pt>
                <c:pt idx="327">
                  <c:v>S00328</c:v>
                </c:pt>
                <c:pt idx="328">
                  <c:v>S00329</c:v>
                </c:pt>
                <c:pt idx="329">
                  <c:v>S00330</c:v>
                </c:pt>
                <c:pt idx="330">
                  <c:v>S00331</c:v>
                </c:pt>
                <c:pt idx="331">
                  <c:v>S00332</c:v>
                </c:pt>
                <c:pt idx="332">
                  <c:v>S00333</c:v>
                </c:pt>
                <c:pt idx="333">
                  <c:v>S00334</c:v>
                </c:pt>
                <c:pt idx="334">
                  <c:v>S00335</c:v>
                </c:pt>
                <c:pt idx="335">
                  <c:v>S00336</c:v>
                </c:pt>
                <c:pt idx="336">
                  <c:v>S00337</c:v>
                </c:pt>
                <c:pt idx="337">
                  <c:v>S00338</c:v>
                </c:pt>
                <c:pt idx="338">
                  <c:v>S00339</c:v>
                </c:pt>
                <c:pt idx="339">
                  <c:v>S00340</c:v>
                </c:pt>
                <c:pt idx="340">
                  <c:v>S00341</c:v>
                </c:pt>
                <c:pt idx="341">
                  <c:v>S00342</c:v>
                </c:pt>
                <c:pt idx="342">
                  <c:v>S00343</c:v>
                </c:pt>
                <c:pt idx="343">
                  <c:v>S00344</c:v>
                </c:pt>
                <c:pt idx="344">
                  <c:v>S00345</c:v>
                </c:pt>
                <c:pt idx="345">
                  <c:v>S00346</c:v>
                </c:pt>
                <c:pt idx="346">
                  <c:v>S00347</c:v>
                </c:pt>
                <c:pt idx="347">
                  <c:v>S00348</c:v>
                </c:pt>
                <c:pt idx="348">
                  <c:v>S00349</c:v>
                </c:pt>
                <c:pt idx="349">
                  <c:v>S00350</c:v>
                </c:pt>
                <c:pt idx="350">
                  <c:v>S00351</c:v>
                </c:pt>
                <c:pt idx="351">
                  <c:v>S00352</c:v>
                </c:pt>
                <c:pt idx="352">
                  <c:v>S00353</c:v>
                </c:pt>
                <c:pt idx="353">
                  <c:v>S00354</c:v>
                </c:pt>
                <c:pt idx="354">
                  <c:v>S00355</c:v>
                </c:pt>
                <c:pt idx="355">
                  <c:v>S00356</c:v>
                </c:pt>
                <c:pt idx="356">
                  <c:v>S00357</c:v>
                </c:pt>
                <c:pt idx="357">
                  <c:v>S00358</c:v>
                </c:pt>
                <c:pt idx="358">
                  <c:v>S00359</c:v>
                </c:pt>
                <c:pt idx="359">
                  <c:v>S00360</c:v>
                </c:pt>
                <c:pt idx="360">
                  <c:v>S00361</c:v>
                </c:pt>
                <c:pt idx="361">
                  <c:v>S00362</c:v>
                </c:pt>
                <c:pt idx="362">
                  <c:v>S00363</c:v>
                </c:pt>
                <c:pt idx="363">
                  <c:v>S00364</c:v>
                </c:pt>
                <c:pt idx="364">
                  <c:v>S00365</c:v>
                </c:pt>
                <c:pt idx="365">
                  <c:v>S00366</c:v>
                </c:pt>
                <c:pt idx="366">
                  <c:v>S00367</c:v>
                </c:pt>
                <c:pt idx="367">
                  <c:v>S00368</c:v>
                </c:pt>
                <c:pt idx="368">
                  <c:v>S00369</c:v>
                </c:pt>
                <c:pt idx="369">
                  <c:v>S00370</c:v>
                </c:pt>
                <c:pt idx="370">
                  <c:v>S00371</c:v>
                </c:pt>
                <c:pt idx="371">
                  <c:v>S00372</c:v>
                </c:pt>
                <c:pt idx="372">
                  <c:v>S00373</c:v>
                </c:pt>
                <c:pt idx="373">
                  <c:v>S00374</c:v>
                </c:pt>
                <c:pt idx="374">
                  <c:v>S00375</c:v>
                </c:pt>
                <c:pt idx="375">
                  <c:v>S00376</c:v>
                </c:pt>
                <c:pt idx="376">
                  <c:v>S00377</c:v>
                </c:pt>
                <c:pt idx="377">
                  <c:v>S00378</c:v>
                </c:pt>
                <c:pt idx="378">
                  <c:v>S00379</c:v>
                </c:pt>
                <c:pt idx="379">
                  <c:v>S00380</c:v>
                </c:pt>
                <c:pt idx="380">
                  <c:v>S00381</c:v>
                </c:pt>
                <c:pt idx="381">
                  <c:v>S00382</c:v>
                </c:pt>
                <c:pt idx="382">
                  <c:v>S00383</c:v>
                </c:pt>
                <c:pt idx="383">
                  <c:v>S00384</c:v>
                </c:pt>
                <c:pt idx="384">
                  <c:v>S00385</c:v>
                </c:pt>
                <c:pt idx="385">
                  <c:v>S00386</c:v>
                </c:pt>
                <c:pt idx="386">
                  <c:v>S00387</c:v>
                </c:pt>
                <c:pt idx="387">
                  <c:v>S00388</c:v>
                </c:pt>
                <c:pt idx="388">
                  <c:v>S00389</c:v>
                </c:pt>
                <c:pt idx="389">
                  <c:v>S00390</c:v>
                </c:pt>
                <c:pt idx="390">
                  <c:v>S00391</c:v>
                </c:pt>
                <c:pt idx="391">
                  <c:v>S00392</c:v>
                </c:pt>
                <c:pt idx="392">
                  <c:v>S00393</c:v>
                </c:pt>
                <c:pt idx="393">
                  <c:v>S00394</c:v>
                </c:pt>
                <c:pt idx="394">
                  <c:v>S00395</c:v>
                </c:pt>
                <c:pt idx="395">
                  <c:v>S00396</c:v>
                </c:pt>
                <c:pt idx="396">
                  <c:v>S00397</c:v>
                </c:pt>
                <c:pt idx="397">
                  <c:v>S00398</c:v>
                </c:pt>
                <c:pt idx="398">
                  <c:v>S00399</c:v>
                </c:pt>
                <c:pt idx="399">
                  <c:v>S00400</c:v>
                </c:pt>
                <c:pt idx="400">
                  <c:v>S00401</c:v>
                </c:pt>
                <c:pt idx="401">
                  <c:v>S00402</c:v>
                </c:pt>
                <c:pt idx="402">
                  <c:v>S00403</c:v>
                </c:pt>
                <c:pt idx="403">
                  <c:v>S00404</c:v>
                </c:pt>
                <c:pt idx="404">
                  <c:v>S00405</c:v>
                </c:pt>
                <c:pt idx="405">
                  <c:v>S00406</c:v>
                </c:pt>
                <c:pt idx="406">
                  <c:v>S00407</c:v>
                </c:pt>
                <c:pt idx="407">
                  <c:v>S00408</c:v>
                </c:pt>
                <c:pt idx="408">
                  <c:v>S00409</c:v>
                </c:pt>
                <c:pt idx="409">
                  <c:v>S00410</c:v>
                </c:pt>
                <c:pt idx="410">
                  <c:v>S00411</c:v>
                </c:pt>
                <c:pt idx="411">
                  <c:v>S00412</c:v>
                </c:pt>
                <c:pt idx="412">
                  <c:v>S00413</c:v>
                </c:pt>
                <c:pt idx="413">
                  <c:v>S00414</c:v>
                </c:pt>
                <c:pt idx="414">
                  <c:v>S00415</c:v>
                </c:pt>
                <c:pt idx="415">
                  <c:v>S00416</c:v>
                </c:pt>
                <c:pt idx="416">
                  <c:v>S00417</c:v>
                </c:pt>
                <c:pt idx="417">
                  <c:v>S00418</c:v>
                </c:pt>
                <c:pt idx="418">
                  <c:v>S00419</c:v>
                </c:pt>
                <c:pt idx="419">
                  <c:v>S00420</c:v>
                </c:pt>
                <c:pt idx="420">
                  <c:v>S00421</c:v>
                </c:pt>
                <c:pt idx="421">
                  <c:v>S00422</c:v>
                </c:pt>
                <c:pt idx="422">
                  <c:v>S00423</c:v>
                </c:pt>
                <c:pt idx="423">
                  <c:v>S00424</c:v>
                </c:pt>
                <c:pt idx="424">
                  <c:v>S00425</c:v>
                </c:pt>
                <c:pt idx="425">
                  <c:v>S00426</c:v>
                </c:pt>
                <c:pt idx="426">
                  <c:v>S00427</c:v>
                </c:pt>
                <c:pt idx="427">
                  <c:v>S00428</c:v>
                </c:pt>
                <c:pt idx="428">
                  <c:v>S00429</c:v>
                </c:pt>
                <c:pt idx="429">
                  <c:v>S00430</c:v>
                </c:pt>
                <c:pt idx="430">
                  <c:v>S00431</c:v>
                </c:pt>
                <c:pt idx="431">
                  <c:v>S00432</c:v>
                </c:pt>
                <c:pt idx="432">
                  <c:v>S00433</c:v>
                </c:pt>
                <c:pt idx="433">
                  <c:v>S00434</c:v>
                </c:pt>
                <c:pt idx="434">
                  <c:v>S00435</c:v>
                </c:pt>
                <c:pt idx="435">
                  <c:v>S00436</c:v>
                </c:pt>
                <c:pt idx="436">
                  <c:v>S00437</c:v>
                </c:pt>
                <c:pt idx="437">
                  <c:v>S00438</c:v>
                </c:pt>
                <c:pt idx="438">
                  <c:v>S00439</c:v>
                </c:pt>
                <c:pt idx="439">
                  <c:v>S00440</c:v>
                </c:pt>
                <c:pt idx="440">
                  <c:v>S00441</c:v>
                </c:pt>
                <c:pt idx="441">
                  <c:v>S00442</c:v>
                </c:pt>
                <c:pt idx="442">
                  <c:v>S00443</c:v>
                </c:pt>
                <c:pt idx="443">
                  <c:v>S00444</c:v>
                </c:pt>
                <c:pt idx="444">
                  <c:v>S00445</c:v>
                </c:pt>
                <c:pt idx="445">
                  <c:v>S00446</c:v>
                </c:pt>
                <c:pt idx="446">
                  <c:v>S00447</c:v>
                </c:pt>
                <c:pt idx="447">
                  <c:v>S00448</c:v>
                </c:pt>
                <c:pt idx="448">
                  <c:v>S00449</c:v>
                </c:pt>
                <c:pt idx="449">
                  <c:v>S00450</c:v>
                </c:pt>
                <c:pt idx="450">
                  <c:v>S00451</c:v>
                </c:pt>
                <c:pt idx="451">
                  <c:v>S00452</c:v>
                </c:pt>
                <c:pt idx="452">
                  <c:v>S00453</c:v>
                </c:pt>
                <c:pt idx="453">
                  <c:v>S00454</c:v>
                </c:pt>
                <c:pt idx="454">
                  <c:v>S00455</c:v>
                </c:pt>
                <c:pt idx="455">
                  <c:v>S00456</c:v>
                </c:pt>
                <c:pt idx="456">
                  <c:v>S00457</c:v>
                </c:pt>
                <c:pt idx="457">
                  <c:v>S00458</c:v>
                </c:pt>
                <c:pt idx="458">
                  <c:v>S00459</c:v>
                </c:pt>
                <c:pt idx="459">
                  <c:v>S00460</c:v>
                </c:pt>
                <c:pt idx="460">
                  <c:v>S00461</c:v>
                </c:pt>
                <c:pt idx="461">
                  <c:v>S00462</c:v>
                </c:pt>
                <c:pt idx="462">
                  <c:v>S00463</c:v>
                </c:pt>
                <c:pt idx="463">
                  <c:v>S00464</c:v>
                </c:pt>
                <c:pt idx="464">
                  <c:v>S00465</c:v>
                </c:pt>
                <c:pt idx="465">
                  <c:v>S00466</c:v>
                </c:pt>
                <c:pt idx="466">
                  <c:v>S00467</c:v>
                </c:pt>
                <c:pt idx="467">
                  <c:v>S00468</c:v>
                </c:pt>
                <c:pt idx="468">
                  <c:v>S00469</c:v>
                </c:pt>
                <c:pt idx="469">
                  <c:v>S00470</c:v>
                </c:pt>
                <c:pt idx="470">
                  <c:v>S00471</c:v>
                </c:pt>
                <c:pt idx="471">
                  <c:v>S00472</c:v>
                </c:pt>
                <c:pt idx="472">
                  <c:v>S00473</c:v>
                </c:pt>
                <c:pt idx="473">
                  <c:v>S00474</c:v>
                </c:pt>
                <c:pt idx="474">
                  <c:v>S00475</c:v>
                </c:pt>
                <c:pt idx="475">
                  <c:v>S00476</c:v>
                </c:pt>
                <c:pt idx="476">
                  <c:v>S00477</c:v>
                </c:pt>
                <c:pt idx="477">
                  <c:v>S00478</c:v>
                </c:pt>
                <c:pt idx="478">
                  <c:v>S00479</c:v>
                </c:pt>
                <c:pt idx="479">
                  <c:v>S00480</c:v>
                </c:pt>
                <c:pt idx="480">
                  <c:v>S00481</c:v>
                </c:pt>
                <c:pt idx="481">
                  <c:v>S00482</c:v>
                </c:pt>
                <c:pt idx="482">
                  <c:v>S00483</c:v>
                </c:pt>
                <c:pt idx="483">
                  <c:v>S00484</c:v>
                </c:pt>
                <c:pt idx="484">
                  <c:v>S00485</c:v>
                </c:pt>
                <c:pt idx="485">
                  <c:v>S00486</c:v>
                </c:pt>
                <c:pt idx="486">
                  <c:v>S00487</c:v>
                </c:pt>
                <c:pt idx="487">
                  <c:v>S00488</c:v>
                </c:pt>
                <c:pt idx="488">
                  <c:v>S00489</c:v>
                </c:pt>
                <c:pt idx="489">
                  <c:v>S00490</c:v>
                </c:pt>
                <c:pt idx="490">
                  <c:v>S00491</c:v>
                </c:pt>
                <c:pt idx="491">
                  <c:v>S00492</c:v>
                </c:pt>
                <c:pt idx="492">
                  <c:v>S00493</c:v>
                </c:pt>
                <c:pt idx="493">
                  <c:v>S00494</c:v>
                </c:pt>
                <c:pt idx="494">
                  <c:v>S00495</c:v>
                </c:pt>
                <c:pt idx="495">
                  <c:v>S00496</c:v>
                </c:pt>
                <c:pt idx="496">
                  <c:v>S00497</c:v>
                </c:pt>
                <c:pt idx="497">
                  <c:v>S00498</c:v>
                </c:pt>
                <c:pt idx="498">
                  <c:v>S00499</c:v>
                </c:pt>
                <c:pt idx="499">
                  <c:v>S00500</c:v>
                </c:pt>
                <c:pt idx="500">
                  <c:v>S00501</c:v>
                </c:pt>
                <c:pt idx="501">
                  <c:v>S00502</c:v>
                </c:pt>
                <c:pt idx="502">
                  <c:v>S00503</c:v>
                </c:pt>
                <c:pt idx="503">
                  <c:v>S00504</c:v>
                </c:pt>
                <c:pt idx="504">
                  <c:v>S00505</c:v>
                </c:pt>
                <c:pt idx="505">
                  <c:v>S00506</c:v>
                </c:pt>
                <c:pt idx="506">
                  <c:v>S00507</c:v>
                </c:pt>
                <c:pt idx="507">
                  <c:v>S00508</c:v>
                </c:pt>
                <c:pt idx="508">
                  <c:v>S00509</c:v>
                </c:pt>
                <c:pt idx="509">
                  <c:v>S00510</c:v>
                </c:pt>
                <c:pt idx="510">
                  <c:v>S00511</c:v>
                </c:pt>
                <c:pt idx="511">
                  <c:v>S00512</c:v>
                </c:pt>
                <c:pt idx="512">
                  <c:v>S00513</c:v>
                </c:pt>
                <c:pt idx="513">
                  <c:v>S00514</c:v>
                </c:pt>
                <c:pt idx="514">
                  <c:v>S00515</c:v>
                </c:pt>
                <c:pt idx="515">
                  <c:v>S00516</c:v>
                </c:pt>
                <c:pt idx="516">
                  <c:v>S00517</c:v>
                </c:pt>
                <c:pt idx="517">
                  <c:v>S00518</c:v>
                </c:pt>
                <c:pt idx="518">
                  <c:v>S00519</c:v>
                </c:pt>
                <c:pt idx="519">
                  <c:v>S00520</c:v>
                </c:pt>
                <c:pt idx="520">
                  <c:v>S00521</c:v>
                </c:pt>
                <c:pt idx="521">
                  <c:v>S00522</c:v>
                </c:pt>
                <c:pt idx="522">
                  <c:v>S00523</c:v>
                </c:pt>
                <c:pt idx="523">
                  <c:v>S00524</c:v>
                </c:pt>
                <c:pt idx="524">
                  <c:v>S00525</c:v>
                </c:pt>
                <c:pt idx="525">
                  <c:v>S00526</c:v>
                </c:pt>
                <c:pt idx="526">
                  <c:v>S00527</c:v>
                </c:pt>
                <c:pt idx="527">
                  <c:v>S00528</c:v>
                </c:pt>
                <c:pt idx="528">
                  <c:v>S00529</c:v>
                </c:pt>
                <c:pt idx="529">
                  <c:v>S00530</c:v>
                </c:pt>
                <c:pt idx="530">
                  <c:v>S00531</c:v>
                </c:pt>
                <c:pt idx="531">
                  <c:v>S00532</c:v>
                </c:pt>
                <c:pt idx="532">
                  <c:v>S00533</c:v>
                </c:pt>
                <c:pt idx="533">
                  <c:v>S00534</c:v>
                </c:pt>
                <c:pt idx="534">
                  <c:v>S00535</c:v>
                </c:pt>
                <c:pt idx="535">
                  <c:v>S00536</c:v>
                </c:pt>
                <c:pt idx="536">
                  <c:v>S00537</c:v>
                </c:pt>
                <c:pt idx="537">
                  <c:v>S00538</c:v>
                </c:pt>
                <c:pt idx="538">
                  <c:v>S00539</c:v>
                </c:pt>
                <c:pt idx="539">
                  <c:v>S00540</c:v>
                </c:pt>
                <c:pt idx="540">
                  <c:v>S00541</c:v>
                </c:pt>
                <c:pt idx="541">
                  <c:v>S00542</c:v>
                </c:pt>
                <c:pt idx="542">
                  <c:v>S00543</c:v>
                </c:pt>
                <c:pt idx="543">
                  <c:v>S00544</c:v>
                </c:pt>
                <c:pt idx="544">
                  <c:v>S00545</c:v>
                </c:pt>
                <c:pt idx="545">
                  <c:v>S00546</c:v>
                </c:pt>
                <c:pt idx="546">
                  <c:v>S00547</c:v>
                </c:pt>
                <c:pt idx="547">
                  <c:v>S00548</c:v>
                </c:pt>
                <c:pt idx="548">
                  <c:v>S00549</c:v>
                </c:pt>
                <c:pt idx="549">
                  <c:v>S00550</c:v>
                </c:pt>
                <c:pt idx="550">
                  <c:v>S00551</c:v>
                </c:pt>
                <c:pt idx="551">
                  <c:v>S00552</c:v>
                </c:pt>
                <c:pt idx="552">
                  <c:v>S00553</c:v>
                </c:pt>
                <c:pt idx="553">
                  <c:v>S00554</c:v>
                </c:pt>
                <c:pt idx="554">
                  <c:v>S00555</c:v>
                </c:pt>
                <c:pt idx="555">
                  <c:v>S00556</c:v>
                </c:pt>
                <c:pt idx="556">
                  <c:v>S00557</c:v>
                </c:pt>
                <c:pt idx="557">
                  <c:v>S00558</c:v>
                </c:pt>
                <c:pt idx="558">
                  <c:v>S00559</c:v>
                </c:pt>
                <c:pt idx="559">
                  <c:v>S00560</c:v>
                </c:pt>
                <c:pt idx="560">
                  <c:v>S00561</c:v>
                </c:pt>
                <c:pt idx="561">
                  <c:v>S00562</c:v>
                </c:pt>
                <c:pt idx="562">
                  <c:v>S00563</c:v>
                </c:pt>
                <c:pt idx="563">
                  <c:v>S00564</c:v>
                </c:pt>
                <c:pt idx="564">
                  <c:v>S00565</c:v>
                </c:pt>
                <c:pt idx="565">
                  <c:v>S00566</c:v>
                </c:pt>
                <c:pt idx="566">
                  <c:v>S00567</c:v>
                </c:pt>
                <c:pt idx="567">
                  <c:v>S00568</c:v>
                </c:pt>
                <c:pt idx="568">
                  <c:v>S00569</c:v>
                </c:pt>
                <c:pt idx="569">
                  <c:v>S00570</c:v>
                </c:pt>
                <c:pt idx="570">
                  <c:v>S00571</c:v>
                </c:pt>
                <c:pt idx="571">
                  <c:v>S00572</c:v>
                </c:pt>
                <c:pt idx="572">
                  <c:v>S00573</c:v>
                </c:pt>
                <c:pt idx="573">
                  <c:v>S00574</c:v>
                </c:pt>
                <c:pt idx="574">
                  <c:v>S00575</c:v>
                </c:pt>
                <c:pt idx="575">
                  <c:v>S00576</c:v>
                </c:pt>
                <c:pt idx="576">
                  <c:v>S00577</c:v>
                </c:pt>
                <c:pt idx="577">
                  <c:v>S00578</c:v>
                </c:pt>
                <c:pt idx="578">
                  <c:v>S00579</c:v>
                </c:pt>
                <c:pt idx="579">
                  <c:v>S00580</c:v>
                </c:pt>
                <c:pt idx="580">
                  <c:v>S00581</c:v>
                </c:pt>
                <c:pt idx="581">
                  <c:v>S00582</c:v>
                </c:pt>
                <c:pt idx="582">
                  <c:v>S00583</c:v>
                </c:pt>
                <c:pt idx="583">
                  <c:v>S00584</c:v>
                </c:pt>
                <c:pt idx="584">
                  <c:v>S00585</c:v>
                </c:pt>
                <c:pt idx="585">
                  <c:v>S00586</c:v>
                </c:pt>
                <c:pt idx="586">
                  <c:v>S00587</c:v>
                </c:pt>
                <c:pt idx="587">
                  <c:v>S00588</c:v>
                </c:pt>
                <c:pt idx="588">
                  <c:v>S00589</c:v>
                </c:pt>
                <c:pt idx="589">
                  <c:v>S00590</c:v>
                </c:pt>
                <c:pt idx="590">
                  <c:v>S00591</c:v>
                </c:pt>
                <c:pt idx="591">
                  <c:v>S00592</c:v>
                </c:pt>
                <c:pt idx="592">
                  <c:v>S00593</c:v>
                </c:pt>
                <c:pt idx="593">
                  <c:v>S00594</c:v>
                </c:pt>
                <c:pt idx="594">
                  <c:v>S00595</c:v>
                </c:pt>
                <c:pt idx="595">
                  <c:v>S00596</c:v>
                </c:pt>
                <c:pt idx="596">
                  <c:v>S00597</c:v>
                </c:pt>
                <c:pt idx="597">
                  <c:v>S00598</c:v>
                </c:pt>
                <c:pt idx="598">
                  <c:v>S00599</c:v>
                </c:pt>
                <c:pt idx="599">
                  <c:v>S00600</c:v>
                </c:pt>
                <c:pt idx="600">
                  <c:v>S00601</c:v>
                </c:pt>
                <c:pt idx="601">
                  <c:v>S00602</c:v>
                </c:pt>
                <c:pt idx="602">
                  <c:v>S00603</c:v>
                </c:pt>
                <c:pt idx="603">
                  <c:v>S00604</c:v>
                </c:pt>
                <c:pt idx="604">
                  <c:v>S00605</c:v>
                </c:pt>
                <c:pt idx="605">
                  <c:v>S00606</c:v>
                </c:pt>
                <c:pt idx="606">
                  <c:v>S00607</c:v>
                </c:pt>
                <c:pt idx="607">
                  <c:v>S00608</c:v>
                </c:pt>
                <c:pt idx="608">
                  <c:v>S00609</c:v>
                </c:pt>
                <c:pt idx="609">
                  <c:v>S00610</c:v>
                </c:pt>
                <c:pt idx="610">
                  <c:v>S00611</c:v>
                </c:pt>
                <c:pt idx="611">
                  <c:v>S00612</c:v>
                </c:pt>
                <c:pt idx="612">
                  <c:v>S00613</c:v>
                </c:pt>
                <c:pt idx="613">
                  <c:v>S00614</c:v>
                </c:pt>
                <c:pt idx="614">
                  <c:v>S00615</c:v>
                </c:pt>
                <c:pt idx="615">
                  <c:v>S00616</c:v>
                </c:pt>
                <c:pt idx="616">
                  <c:v>S00617</c:v>
                </c:pt>
                <c:pt idx="617">
                  <c:v>S00618</c:v>
                </c:pt>
                <c:pt idx="618">
                  <c:v>S00619</c:v>
                </c:pt>
                <c:pt idx="619">
                  <c:v>S00620</c:v>
                </c:pt>
                <c:pt idx="620">
                  <c:v>S00621</c:v>
                </c:pt>
                <c:pt idx="621">
                  <c:v>S00622</c:v>
                </c:pt>
                <c:pt idx="622">
                  <c:v>S00623</c:v>
                </c:pt>
                <c:pt idx="623">
                  <c:v>S00624</c:v>
                </c:pt>
                <c:pt idx="624">
                  <c:v>S00625</c:v>
                </c:pt>
                <c:pt idx="625">
                  <c:v>S00626</c:v>
                </c:pt>
                <c:pt idx="626">
                  <c:v>S00627</c:v>
                </c:pt>
                <c:pt idx="627">
                  <c:v>S00628</c:v>
                </c:pt>
                <c:pt idx="628">
                  <c:v>S00629</c:v>
                </c:pt>
                <c:pt idx="629">
                  <c:v>S00630</c:v>
                </c:pt>
                <c:pt idx="630">
                  <c:v>S00631</c:v>
                </c:pt>
                <c:pt idx="631">
                  <c:v>S00632</c:v>
                </c:pt>
                <c:pt idx="632">
                  <c:v>S00633</c:v>
                </c:pt>
                <c:pt idx="633">
                  <c:v>S00634</c:v>
                </c:pt>
                <c:pt idx="634">
                  <c:v>S00635</c:v>
                </c:pt>
                <c:pt idx="635">
                  <c:v>S00636</c:v>
                </c:pt>
                <c:pt idx="636">
                  <c:v>S00637</c:v>
                </c:pt>
                <c:pt idx="637">
                  <c:v>S00638</c:v>
                </c:pt>
                <c:pt idx="638">
                  <c:v>S00639</c:v>
                </c:pt>
                <c:pt idx="639">
                  <c:v>S00640</c:v>
                </c:pt>
                <c:pt idx="640">
                  <c:v>S00641</c:v>
                </c:pt>
                <c:pt idx="641">
                  <c:v>S00642</c:v>
                </c:pt>
                <c:pt idx="642">
                  <c:v>S00643</c:v>
                </c:pt>
                <c:pt idx="643">
                  <c:v>S00644</c:v>
                </c:pt>
                <c:pt idx="644">
                  <c:v>S00645</c:v>
                </c:pt>
                <c:pt idx="645">
                  <c:v>S00646</c:v>
                </c:pt>
                <c:pt idx="646">
                  <c:v>S00647</c:v>
                </c:pt>
                <c:pt idx="647">
                  <c:v>S00648</c:v>
                </c:pt>
                <c:pt idx="648">
                  <c:v>S00649</c:v>
                </c:pt>
                <c:pt idx="649">
                  <c:v>S00650</c:v>
                </c:pt>
                <c:pt idx="650">
                  <c:v>S00651</c:v>
                </c:pt>
                <c:pt idx="651">
                  <c:v>S00652</c:v>
                </c:pt>
                <c:pt idx="652">
                  <c:v>S00653</c:v>
                </c:pt>
                <c:pt idx="653">
                  <c:v>S00654</c:v>
                </c:pt>
                <c:pt idx="654">
                  <c:v>S00655</c:v>
                </c:pt>
                <c:pt idx="655">
                  <c:v>S00656</c:v>
                </c:pt>
                <c:pt idx="656">
                  <c:v>S00657</c:v>
                </c:pt>
                <c:pt idx="657">
                  <c:v>S00658</c:v>
                </c:pt>
                <c:pt idx="658">
                  <c:v>S00659</c:v>
                </c:pt>
                <c:pt idx="659">
                  <c:v>S00660</c:v>
                </c:pt>
                <c:pt idx="660">
                  <c:v>S00661</c:v>
                </c:pt>
                <c:pt idx="661">
                  <c:v>S00662</c:v>
                </c:pt>
                <c:pt idx="662">
                  <c:v>S00663</c:v>
                </c:pt>
                <c:pt idx="663">
                  <c:v>S00664</c:v>
                </c:pt>
                <c:pt idx="664">
                  <c:v>S00665</c:v>
                </c:pt>
                <c:pt idx="665">
                  <c:v>S00666</c:v>
                </c:pt>
                <c:pt idx="666">
                  <c:v>S00667</c:v>
                </c:pt>
                <c:pt idx="667">
                  <c:v>S00668</c:v>
                </c:pt>
                <c:pt idx="668">
                  <c:v>S00669</c:v>
                </c:pt>
                <c:pt idx="669">
                  <c:v>S00670</c:v>
                </c:pt>
                <c:pt idx="670">
                  <c:v>S00671</c:v>
                </c:pt>
                <c:pt idx="671">
                  <c:v>S00672</c:v>
                </c:pt>
                <c:pt idx="672">
                  <c:v>S00673</c:v>
                </c:pt>
                <c:pt idx="673">
                  <c:v>S00674</c:v>
                </c:pt>
                <c:pt idx="674">
                  <c:v>S00675</c:v>
                </c:pt>
                <c:pt idx="675">
                  <c:v>S00676</c:v>
                </c:pt>
                <c:pt idx="676">
                  <c:v>S00677</c:v>
                </c:pt>
                <c:pt idx="677">
                  <c:v>S00678</c:v>
                </c:pt>
                <c:pt idx="678">
                  <c:v>S00679</c:v>
                </c:pt>
                <c:pt idx="679">
                  <c:v>S00680</c:v>
                </c:pt>
                <c:pt idx="680">
                  <c:v>S00681</c:v>
                </c:pt>
                <c:pt idx="681">
                  <c:v>S00682</c:v>
                </c:pt>
                <c:pt idx="682">
                  <c:v>S00683</c:v>
                </c:pt>
                <c:pt idx="683">
                  <c:v>S00684</c:v>
                </c:pt>
                <c:pt idx="684">
                  <c:v>S00685</c:v>
                </c:pt>
                <c:pt idx="685">
                  <c:v>S00686</c:v>
                </c:pt>
                <c:pt idx="686">
                  <c:v>S00687</c:v>
                </c:pt>
                <c:pt idx="687">
                  <c:v>S00688</c:v>
                </c:pt>
                <c:pt idx="688">
                  <c:v>S00689</c:v>
                </c:pt>
                <c:pt idx="689">
                  <c:v>S00690</c:v>
                </c:pt>
                <c:pt idx="690">
                  <c:v>S00691</c:v>
                </c:pt>
                <c:pt idx="691">
                  <c:v>S00692</c:v>
                </c:pt>
                <c:pt idx="692">
                  <c:v>S00693</c:v>
                </c:pt>
                <c:pt idx="693">
                  <c:v>S00694</c:v>
                </c:pt>
                <c:pt idx="694">
                  <c:v>S00695</c:v>
                </c:pt>
                <c:pt idx="695">
                  <c:v>S00696</c:v>
                </c:pt>
                <c:pt idx="696">
                  <c:v>S00697</c:v>
                </c:pt>
                <c:pt idx="697">
                  <c:v>S00698</c:v>
                </c:pt>
                <c:pt idx="698">
                  <c:v>S00699</c:v>
                </c:pt>
                <c:pt idx="699">
                  <c:v>S00700</c:v>
                </c:pt>
                <c:pt idx="700">
                  <c:v>S00701</c:v>
                </c:pt>
                <c:pt idx="701">
                  <c:v>S00702</c:v>
                </c:pt>
                <c:pt idx="702">
                  <c:v>S00703</c:v>
                </c:pt>
                <c:pt idx="703">
                  <c:v>S00704</c:v>
                </c:pt>
                <c:pt idx="704">
                  <c:v>S00705</c:v>
                </c:pt>
                <c:pt idx="705">
                  <c:v>S00706</c:v>
                </c:pt>
                <c:pt idx="706">
                  <c:v>S00707</c:v>
                </c:pt>
                <c:pt idx="707">
                  <c:v>S00708</c:v>
                </c:pt>
                <c:pt idx="708">
                  <c:v>S00709</c:v>
                </c:pt>
                <c:pt idx="709">
                  <c:v>S00710</c:v>
                </c:pt>
                <c:pt idx="710">
                  <c:v>S00711</c:v>
                </c:pt>
                <c:pt idx="711">
                  <c:v>S00712</c:v>
                </c:pt>
                <c:pt idx="712">
                  <c:v>S00713</c:v>
                </c:pt>
                <c:pt idx="713">
                  <c:v>S00714</c:v>
                </c:pt>
                <c:pt idx="714">
                  <c:v>S00715</c:v>
                </c:pt>
                <c:pt idx="715">
                  <c:v>S00716</c:v>
                </c:pt>
                <c:pt idx="716">
                  <c:v>S00717</c:v>
                </c:pt>
                <c:pt idx="717">
                  <c:v>S00718</c:v>
                </c:pt>
                <c:pt idx="718">
                  <c:v>S00719</c:v>
                </c:pt>
                <c:pt idx="719">
                  <c:v>S00720</c:v>
                </c:pt>
                <c:pt idx="720">
                  <c:v>S00721</c:v>
                </c:pt>
                <c:pt idx="721">
                  <c:v>S00722</c:v>
                </c:pt>
                <c:pt idx="722">
                  <c:v>S00723</c:v>
                </c:pt>
                <c:pt idx="723">
                  <c:v>S00724</c:v>
                </c:pt>
                <c:pt idx="724">
                  <c:v>S00725</c:v>
                </c:pt>
                <c:pt idx="725">
                  <c:v>S00726</c:v>
                </c:pt>
                <c:pt idx="726">
                  <c:v>S00727</c:v>
                </c:pt>
                <c:pt idx="727">
                  <c:v>S00728</c:v>
                </c:pt>
                <c:pt idx="728">
                  <c:v>S00729</c:v>
                </c:pt>
                <c:pt idx="729">
                  <c:v>S00730</c:v>
                </c:pt>
                <c:pt idx="730">
                  <c:v>S00731</c:v>
                </c:pt>
                <c:pt idx="731">
                  <c:v>S00732</c:v>
                </c:pt>
                <c:pt idx="732">
                  <c:v>S00733</c:v>
                </c:pt>
                <c:pt idx="733">
                  <c:v>S00734</c:v>
                </c:pt>
                <c:pt idx="734">
                  <c:v>S00735</c:v>
                </c:pt>
                <c:pt idx="735">
                  <c:v>S00736</c:v>
                </c:pt>
                <c:pt idx="736">
                  <c:v>S00737</c:v>
                </c:pt>
                <c:pt idx="737">
                  <c:v>S00738</c:v>
                </c:pt>
                <c:pt idx="738">
                  <c:v>S00739</c:v>
                </c:pt>
                <c:pt idx="739">
                  <c:v>S00740</c:v>
                </c:pt>
                <c:pt idx="740">
                  <c:v>S00741</c:v>
                </c:pt>
                <c:pt idx="741">
                  <c:v>S00742</c:v>
                </c:pt>
                <c:pt idx="742">
                  <c:v>S00743</c:v>
                </c:pt>
                <c:pt idx="743">
                  <c:v>S00744</c:v>
                </c:pt>
                <c:pt idx="744">
                  <c:v>S00745</c:v>
                </c:pt>
                <c:pt idx="745">
                  <c:v>S00746</c:v>
                </c:pt>
                <c:pt idx="746">
                  <c:v>S00747</c:v>
                </c:pt>
                <c:pt idx="747">
                  <c:v>S00748</c:v>
                </c:pt>
                <c:pt idx="748">
                  <c:v>S00749</c:v>
                </c:pt>
                <c:pt idx="749">
                  <c:v>S00750</c:v>
                </c:pt>
                <c:pt idx="750">
                  <c:v>S00751</c:v>
                </c:pt>
                <c:pt idx="751">
                  <c:v>S00752</c:v>
                </c:pt>
                <c:pt idx="752">
                  <c:v>S00753</c:v>
                </c:pt>
                <c:pt idx="753">
                  <c:v>S00754</c:v>
                </c:pt>
                <c:pt idx="754">
                  <c:v>S00755</c:v>
                </c:pt>
                <c:pt idx="755">
                  <c:v>S00756</c:v>
                </c:pt>
                <c:pt idx="756">
                  <c:v>S00757</c:v>
                </c:pt>
                <c:pt idx="757">
                  <c:v>S00758</c:v>
                </c:pt>
                <c:pt idx="758">
                  <c:v>S00759</c:v>
                </c:pt>
                <c:pt idx="759">
                  <c:v>S00760</c:v>
                </c:pt>
                <c:pt idx="760">
                  <c:v>S00761</c:v>
                </c:pt>
                <c:pt idx="761">
                  <c:v>S00762</c:v>
                </c:pt>
                <c:pt idx="762">
                  <c:v>S00763</c:v>
                </c:pt>
                <c:pt idx="763">
                  <c:v>S00764</c:v>
                </c:pt>
                <c:pt idx="764">
                  <c:v>S00765</c:v>
                </c:pt>
                <c:pt idx="765">
                  <c:v>S00766</c:v>
                </c:pt>
                <c:pt idx="766">
                  <c:v>S00767</c:v>
                </c:pt>
                <c:pt idx="767">
                  <c:v>S00768</c:v>
                </c:pt>
                <c:pt idx="768">
                  <c:v>S00769</c:v>
                </c:pt>
                <c:pt idx="769">
                  <c:v>S00770</c:v>
                </c:pt>
                <c:pt idx="770">
                  <c:v>S00771</c:v>
                </c:pt>
                <c:pt idx="771">
                  <c:v>S00772</c:v>
                </c:pt>
                <c:pt idx="772">
                  <c:v>S00773</c:v>
                </c:pt>
                <c:pt idx="773">
                  <c:v>S00774</c:v>
                </c:pt>
                <c:pt idx="774">
                  <c:v>S00775</c:v>
                </c:pt>
                <c:pt idx="775">
                  <c:v>S00776</c:v>
                </c:pt>
                <c:pt idx="776">
                  <c:v>S00777</c:v>
                </c:pt>
                <c:pt idx="777">
                  <c:v>S00778</c:v>
                </c:pt>
                <c:pt idx="778">
                  <c:v>S00779</c:v>
                </c:pt>
                <c:pt idx="779">
                  <c:v>S00780</c:v>
                </c:pt>
                <c:pt idx="780">
                  <c:v>S00781</c:v>
                </c:pt>
                <c:pt idx="781">
                  <c:v>S00782</c:v>
                </c:pt>
                <c:pt idx="782">
                  <c:v>S00783</c:v>
                </c:pt>
                <c:pt idx="783">
                  <c:v>S00784</c:v>
                </c:pt>
                <c:pt idx="784">
                  <c:v>S00785</c:v>
                </c:pt>
                <c:pt idx="785">
                  <c:v>S00786</c:v>
                </c:pt>
                <c:pt idx="786">
                  <c:v>S00787</c:v>
                </c:pt>
                <c:pt idx="787">
                  <c:v>S00788</c:v>
                </c:pt>
                <c:pt idx="788">
                  <c:v>S00789</c:v>
                </c:pt>
                <c:pt idx="789">
                  <c:v>S00790</c:v>
                </c:pt>
                <c:pt idx="790">
                  <c:v>S00791</c:v>
                </c:pt>
                <c:pt idx="791">
                  <c:v>S00792</c:v>
                </c:pt>
                <c:pt idx="792">
                  <c:v>S00793</c:v>
                </c:pt>
                <c:pt idx="793">
                  <c:v>S00794</c:v>
                </c:pt>
                <c:pt idx="794">
                  <c:v>S00795</c:v>
                </c:pt>
                <c:pt idx="795">
                  <c:v>S00796</c:v>
                </c:pt>
                <c:pt idx="796">
                  <c:v>S00797</c:v>
                </c:pt>
                <c:pt idx="797">
                  <c:v>S00798</c:v>
                </c:pt>
                <c:pt idx="798">
                  <c:v>S00799</c:v>
                </c:pt>
                <c:pt idx="799">
                  <c:v>S00800</c:v>
                </c:pt>
                <c:pt idx="800">
                  <c:v>S00801</c:v>
                </c:pt>
                <c:pt idx="801">
                  <c:v>S00802</c:v>
                </c:pt>
                <c:pt idx="802">
                  <c:v>S00803</c:v>
                </c:pt>
                <c:pt idx="803">
                  <c:v>S00804</c:v>
                </c:pt>
                <c:pt idx="804">
                  <c:v>S00805</c:v>
                </c:pt>
                <c:pt idx="805">
                  <c:v>S00806</c:v>
                </c:pt>
                <c:pt idx="806">
                  <c:v>S00807</c:v>
                </c:pt>
                <c:pt idx="807">
                  <c:v>S00808</c:v>
                </c:pt>
                <c:pt idx="808">
                  <c:v>S00809</c:v>
                </c:pt>
                <c:pt idx="809">
                  <c:v>S00810</c:v>
                </c:pt>
                <c:pt idx="810">
                  <c:v>S00811</c:v>
                </c:pt>
                <c:pt idx="811">
                  <c:v>S00812</c:v>
                </c:pt>
                <c:pt idx="812">
                  <c:v>S00813</c:v>
                </c:pt>
                <c:pt idx="813">
                  <c:v>S00814</c:v>
                </c:pt>
                <c:pt idx="814">
                  <c:v>S00815</c:v>
                </c:pt>
                <c:pt idx="815">
                  <c:v>S00816</c:v>
                </c:pt>
                <c:pt idx="816">
                  <c:v>S00817</c:v>
                </c:pt>
                <c:pt idx="817">
                  <c:v>S00818</c:v>
                </c:pt>
                <c:pt idx="818">
                  <c:v>S00819</c:v>
                </c:pt>
                <c:pt idx="819">
                  <c:v>S00820</c:v>
                </c:pt>
                <c:pt idx="820">
                  <c:v>S00821</c:v>
                </c:pt>
                <c:pt idx="821">
                  <c:v>S00822</c:v>
                </c:pt>
                <c:pt idx="822">
                  <c:v>S00823</c:v>
                </c:pt>
                <c:pt idx="823">
                  <c:v>S00824</c:v>
                </c:pt>
                <c:pt idx="824">
                  <c:v>S00825</c:v>
                </c:pt>
                <c:pt idx="825">
                  <c:v>S00826</c:v>
                </c:pt>
                <c:pt idx="826">
                  <c:v>S00827</c:v>
                </c:pt>
                <c:pt idx="827">
                  <c:v>S00828</c:v>
                </c:pt>
                <c:pt idx="828">
                  <c:v>S00829</c:v>
                </c:pt>
                <c:pt idx="829">
                  <c:v>S00830</c:v>
                </c:pt>
                <c:pt idx="830">
                  <c:v>S00831</c:v>
                </c:pt>
                <c:pt idx="831">
                  <c:v>S00832</c:v>
                </c:pt>
                <c:pt idx="832">
                  <c:v>S00833</c:v>
                </c:pt>
                <c:pt idx="833">
                  <c:v>S00834</c:v>
                </c:pt>
                <c:pt idx="834">
                  <c:v>S00835</c:v>
                </c:pt>
                <c:pt idx="835">
                  <c:v>S00836</c:v>
                </c:pt>
                <c:pt idx="836">
                  <c:v>S00837</c:v>
                </c:pt>
                <c:pt idx="837">
                  <c:v>S00838</c:v>
                </c:pt>
                <c:pt idx="838">
                  <c:v>S00839</c:v>
                </c:pt>
                <c:pt idx="839">
                  <c:v>S00840</c:v>
                </c:pt>
                <c:pt idx="840">
                  <c:v>S00841</c:v>
                </c:pt>
                <c:pt idx="841">
                  <c:v>S00842</c:v>
                </c:pt>
                <c:pt idx="842">
                  <c:v>S00843</c:v>
                </c:pt>
                <c:pt idx="843">
                  <c:v>S00844</c:v>
                </c:pt>
                <c:pt idx="844">
                  <c:v>S00845</c:v>
                </c:pt>
                <c:pt idx="845">
                  <c:v>S00846</c:v>
                </c:pt>
                <c:pt idx="846">
                  <c:v>S00847</c:v>
                </c:pt>
                <c:pt idx="847">
                  <c:v>S00848</c:v>
                </c:pt>
                <c:pt idx="848">
                  <c:v>S00849</c:v>
                </c:pt>
                <c:pt idx="849">
                  <c:v>S00850</c:v>
                </c:pt>
                <c:pt idx="850">
                  <c:v>S00851</c:v>
                </c:pt>
                <c:pt idx="851">
                  <c:v>S00852</c:v>
                </c:pt>
                <c:pt idx="852">
                  <c:v>S00853</c:v>
                </c:pt>
                <c:pt idx="853">
                  <c:v>S00854</c:v>
                </c:pt>
                <c:pt idx="854">
                  <c:v>S00855</c:v>
                </c:pt>
                <c:pt idx="855">
                  <c:v>S00856</c:v>
                </c:pt>
                <c:pt idx="856">
                  <c:v>S00857</c:v>
                </c:pt>
                <c:pt idx="857">
                  <c:v>S00858</c:v>
                </c:pt>
                <c:pt idx="858">
                  <c:v>S00859</c:v>
                </c:pt>
                <c:pt idx="859">
                  <c:v>S00860</c:v>
                </c:pt>
                <c:pt idx="860">
                  <c:v>S00861</c:v>
                </c:pt>
                <c:pt idx="861">
                  <c:v>S00862</c:v>
                </c:pt>
                <c:pt idx="862">
                  <c:v>S00863</c:v>
                </c:pt>
                <c:pt idx="863">
                  <c:v>S00864</c:v>
                </c:pt>
                <c:pt idx="864">
                  <c:v>S00865</c:v>
                </c:pt>
                <c:pt idx="865">
                  <c:v>S00866</c:v>
                </c:pt>
                <c:pt idx="866">
                  <c:v>S00867</c:v>
                </c:pt>
                <c:pt idx="867">
                  <c:v>S00868</c:v>
                </c:pt>
                <c:pt idx="868">
                  <c:v>S00869</c:v>
                </c:pt>
                <c:pt idx="869">
                  <c:v>S00870</c:v>
                </c:pt>
                <c:pt idx="870">
                  <c:v>S00871</c:v>
                </c:pt>
                <c:pt idx="871">
                  <c:v>S00872</c:v>
                </c:pt>
                <c:pt idx="872">
                  <c:v>S00873</c:v>
                </c:pt>
                <c:pt idx="873">
                  <c:v>S00874</c:v>
                </c:pt>
                <c:pt idx="874">
                  <c:v>S00875</c:v>
                </c:pt>
                <c:pt idx="875">
                  <c:v>S00876</c:v>
                </c:pt>
                <c:pt idx="876">
                  <c:v>S00877</c:v>
                </c:pt>
                <c:pt idx="877">
                  <c:v>S00878</c:v>
                </c:pt>
                <c:pt idx="878">
                  <c:v>S00879</c:v>
                </c:pt>
                <c:pt idx="879">
                  <c:v>S00880</c:v>
                </c:pt>
                <c:pt idx="880">
                  <c:v>S00881</c:v>
                </c:pt>
                <c:pt idx="881">
                  <c:v>S00882</c:v>
                </c:pt>
                <c:pt idx="882">
                  <c:v>S00883</c:v>
                </c:pt>
                <c:pt idx="883">
                  <c:v>S00884</c:v>
                </c:pt>
                <c:pt idx="884">
                  <c:v>S00885</c:v>
                </c:pt>
                <c:pt idx="885">
                  <c:v>S00886</c:v>
                </c:pt>
                <c:pt idx="886">
                  <c:v>S00887</c:v>
                </c:pt>
                <c:pt idx="887">
                  <c:v>S00888</c:v>
                </c:pt>
                <c:pt idx="888">
                  <c:v>S00889</c:v>
                </c:pt>
                <c:pt idx="889">
                  <c:v>S00890</c:v>
                </c:pt>
                <c:pt idx="890">
                  <c:v>S00891</c:v>
                </c:pt>
                <c:pt idx="891">
                  <c:v>S00892</c:v>
                </c:pt>
                <c:pt idx="892">
                  <c:v>S00893</c:v>
                </c:pt>
                <c:pt idx="893">
                  <c:v>S00894</c:v>
                </c:pt>
                <c:pt idx="894">
                  <c:v>S00895</c:v>
                </c:pt>
                <c:pt idx="895">
                  <c:v>S00896</c:v>
                </c:pt>
                <c:pt idx="896">
                  <c:v>S00897</c:v>
                </c:pt>
                <c:pt idx="897">
                  <c:v>S00898</c:v>
                </c:pt>
                <c:pt idx="898">
                  <c:v>S00899</c:v>
                </c:pt>
                <c:pt idx="899">
                  <c:v>S00900</c:v>
                </c:pt>
                <c:pt idx="900">
                  <c:v>S00901</c:v>
                </c:pt>
                <c:pt idx="901">
                  <c:v>S00902</c:v>
                </c:pt>
                <c:pt idx="902">
                  <c:v>S00903</c:v>
                </c:pt>
                <c:pt idx="903">
                  <c:v>S00904</c:v>
                </c:pt>
                <c:pt idx="904">
                  <c:v>S00905</c:v>
                </c:pt>
                <c:pt idx="905">
                  <c:v>S00906</c:v>
                </c:pt>
                <c:pt idx="906">
                  <c:v>S00907</c:v>
                </c:pt>
                <c:pt idx="907">
                  <c:v>S00908</c:v>
                </c:pt>
                <c:pt idx="908">
                  <c:v>S00909</c:v>
                </c:pt>
                <c:pt idx="909">
                  <c:v>S00910</c:v>
                </c:pt>
                <c:pt idx="910">
                  <c:v>S00911</c:v>
                </c:pt>
                <c:pt idx="911">
                  <c:v>S00912</c:v>
                </c:pt>
                <c:pt idx="912">
                  <c:v>S00913</c:v>
                </c:pt>
                <c:pt idx="913">
                  <c:v>S00914</c:v>
                </c:pt>
                <c:pt idx="914">
                  <c:v>S00915</c:v>
                </c:pt>
                <c:pt idx="915">
                  <c:v>S00916</c:v>
                </c:pt>
                <c:pt idx="916">
                  <c:v>S00917</c:v>
                </c:pt>
                <c:pt idx="917">
                  <c:v>S00918</c:v>
                </c:pt>
                <c:pt idx="918">
                  <c:v>S00919</c:v>
                </c:pt>
                <c:pt idx="919">
                  <c:v>S00920</c:v>
                </c:pt>
                <c:pt idx="920">
                  <c:v>S00921</c:v>
                </c:pt>
                <c:pt idx="921">
                  <c:v>S00922</c:v>
                </c:pt>
                <c:pt idx="922">
                  <c:v>S00923</c:v>
                </c:pt>
                <c:pt idx="923">
                  <c:v>S00924</c:v>
                </c:pt>
                <c:pt idx="924">
                  <c:v>S00925</c:v>
                </c:pt>
                <c:pt idx="925">
                  <c:v>S00926</c:v>
                </c:pt>
                <c:pt idx="926">
                  <c:v>S00927</c:v>
                </c:pt>
                <c:pt idx="927">
                  <c:v>S00928</c:v>
                </c:pt>
                <c:pt idx="928">
                  <c:v>S00929</c:v>
                </c:pt>
                <c:pt idx="929">
                  <c:v>S00930</c:v>
                </c:pt>
                <c:pt idx="930">
                  <c:v>S00931</c:v>
                </c:pt>
                <c:pt idx="931">
                  <c:v>S00932</c:v>
                </c:pt>
                <c:pt idx="932">
                  <c:v>S00933</c:v>
                </c:pt>
                <c:pt idx="933">
                  <c:v>S00934</c:v>
                </c:pt>
                <c:pt idx="934">
                  <c:v>S00935</c:v>
                </c:pt>
                <c:pt idx="935">
                  <c:v>S00936</c:v>
                </c:pt>
                <c:pt idx="936">
                  <c:v>S00937</c:v>
                </c:pt>
                <c:pt idx="937">
                  <c:v>S00938</c:v>
                </c:pt>
                <c:pt idx="938">
                  <c:v>S00939</c:v>
                </c:pt>
                <c:pt idx="939">
                  <c:v>S00940</c:v>
                </c:pt>
                <c:pt idx="940">
                  <c:v>S00941</c:v>
                </c:pt>
                <c:pt idx="941">
                  <c:v>S00942</c:v>
                </c:pt>
                <c:pt idx="942">
                  <c:v>S00943</c:v>
                </c:pt>
                <c:pt idx="943">
                  <c:v>S00944</c:v>
                </c:pt>
                <c:pt idx="944">
                  <c:v>S00945</c:v>
                </c:pt>
                <c:pt idx="945">
                  <c:v>S00946</c:v>
                </c:pt>
                <c:pt idx="946">
                  <c:v>S00947</c:v>
                </c:pt>
                <c:pt idx="947">
                  <c:v>S00948</c:v>
                </c:pt>
                <c:pt idx="948">
                  <c:v>S00949</c:v>
                </c:pt>
                <c:pt idx="949">
                  <c:v>S00950</c:v>
                </c:pt>
                <c:pt idx="950">
                  <c:v>S00951</c:v>
                </c:pt>
                <c:pt idx="951">
                  <c:v>S00952</c:v>
                </c:pt>
                <c:pt idx="952">
                  <c:v>S00953</c:v>
                </c:pt>
                <c:pt idx="953">
                  <c:v>S00954</c:v>
                </c:pt>
                <c:pt idx="954">
                  <c:v>S00955</c:v>
                </c:pt>
                <c:pt idx="955">
                  <c:v>S00956</c:v>
                </c:pt>
                <c:pt idx="956">
                  <c:v>S00957</c:v>
                </c:pt>
                <c:pt idx="957">
                  <c:v>S00958</c:v>
                </c:pt>
                <c:pt idx="958">
                  <c:v>S00959</c:v>
                </c:pt>
                <c:pt idx="959">
                  <c:v>S00960</c:v>
                </c:pt>
                <c:pt idx="960">
                  <c:v>S00961</c:v>
                </c:pt>
                <c:pt idx="961">
                  <c:v>S00962</c:v>
                </c:pt>
                <c:pt idx="962">
                  <c:v>S00963</c:v>
                </c:pt>
                <c:pt idx="963">
                  <c:v>S00964</c:v>
                </c:pt>
                <c:pt idx="964">
                  <c:v>S00965</c:v>
                </c:pt>
                <c:pt idx="965">
                  <c:v>S00966</c:v>
                </c:pt>
                <c:pt idx="966">
                  <c:v>S00967</c:v>
                </c:pt>
                <c:pt idx="967">
                  <c:v>S00968</c:v>
                </c:pt>
                <c:pt idx="968">
                  <c:v>S00969</c:v>
                </c:pt>
                <c:pt idx="969">
                  <c:v>S00970</c:v>
                </c:pt>
                <c:pt idx="970">
                  <c:v>S00971</c:v>
                </c:pt>
                <c:pt idx="971">
                  <c:v>S00972</c:v>
                </c:pt>
                <c:pt idx="972">
                  <c:v>S00973</c:v>
                </c:pt>
                <c:pt idx="973">
                  <c:v>S00974</c:v>
                </c:pt>
                <c:pt idx="974">
                  <c:v>S00975</c:v>
                </c:pt>
                <c:pt idx="975">
                  <c:v>S00976</c:v>
                </c:pt>
                <c:pt idx="976">
                  <c:v>S00977</c:v>
                </c:pt>
                <c:pt idx="977">
                  <c:v>S00978</c:v>
                </c:pt>
                <c:pt idx="978">
                  <c:v>S00979</c:v>
                </c:pt>
                <c:pt idx="979">
                  <c:v>S00980</c:v>
                </c:pt>
                <c:pt idx="980">
                  <c:v>S00981</c:v>
                </c:pt>
                <c:pt idx="981">
                  <c:v>S00982</c:v>
                </c:pt>
                <c:pt idx="982">
                  <c:v>S00983</c:v>
                </c:pt>
                <c:pt idx="983">
                  <c:v>S00984</c:v>
                </c:pt>
                <c:pt idx="984">
                  <c:v>S00985</c:v>
                </c:pt>
                <c:pt idx="985">
                  <c:v>S00986</c:v>
                </c:pt>
                <c:pt idx="986">
                  <c:v>S00987</c:v>
                </c:pt>
                <c:pt idx="987">
                  <c:v>S00988</c:v>
                </c:pt>
                <c:pt idx="988">
                  <c:v>S00989</c:v>
                </c:pt>
                <c:pt idx="989">
                  <c:v>S00990</c:v>
                </c:pt>
                <c:pt idx="990">
                  <c:v>S00991</c:v>
                </c:pt>
                <c:pt idx="991">
                  <c:v>S00992</c:v>
                </c:pt>
                <c:pt idx="992">
                  <c:v>S00993</c:v>
                </c:pt>
                <c:pt idx="993">
                  <c:v>S00994</c:v>
                </c:pt>
                <c:pt idx="994">
                  <c:v>S00995</c:v>
                </c:pt>
                <c:pt idx="995">
                  <c:v>S00996</c:v>
                </c:pt>
                <c:pt idx="996">
                  <c:v>S00997</c:v>
                </c:pt>
                <c:pt idx="997">
                  <c:v>S00998</c:v>
                </c:pt>
                <c:pt idx="998">
                  <c:v>S00999</c:v>
                </c:pt>
                <c:pt idx="999">
                  <c:v>S01000</c:v>
                </c:pt>
              </c:strCache>
              <c:extLst/>
            </c:strRef>
          </c:cat>
          <c:val>
            <c:numRef>
              <c:f>MySQL10!$D$2:$D$1001</c:f>
              <c:numCache>
                <c:formatCode>General</c:formatCode>
                <c:ptCount val="1000"/>
                <c:pt idx="0">
                  <c:v>22</c:v>
                </c:pt>
                <c:pt idx="1">
                  <c:v>26</c:v>
                </c:pt>
                <c:pt idx="2">
                  <c:v>21</c:v>
                </c:pt>
                <c:pt idx="3">
                  <c:v>26</c:v>
                </c:pt>
                <c:pt idx="4">
                  <c:v>16</c:v>
                </c:pt>
                <c:pt idx="5">
                  <c:v>20</c:v>
                </c:pt>
                <c:pt idx="6">
                  <c:v>15</c:v>
                </c:pt>
                <c:pt idx="7">
                  <c:v>21</c:v>
                </c:pt>
                <c:pt idx="8">
                  <c:v>99</c:v>
                </c:pt>
                <c:pt idx="9">
                  <c:v>25</c:v>
                </c:pt>
                <c:pt idx="10">
                  <c:v>17</c:v>
                </c:pt>
                <c:pt idx="11">
                  <c:v>42</c:v>
                </c:pt>
                <c:pt idx="12">
                  <c:v>73</c:v>
                </c:pt>
                <c:pt idx="13">
                  <c:v>26</c:v>
                </c:pt>
                <c:pt idx="14">
                  <c:v>260</c:v>
                </c:pt>
                <c:pt idx="15">
                  <c:v>80</c:v>
                </c:pt>
                <c:pt idx="16">
                  <c:v>22</c:v>
                </c:pt>
                <c:pt idx="17">
                  <c:v>24</c:v>
                </c:pt>
                <c:pt idx="18">
                  <c:v>45</c:v>
                </c:pt>
                <c:pt idx="19">
                  <c:v>160</c:v>
                </c:pt>
                <c:pt idx="20">
                  <c:v>80</c:v>
                </c:pt>
                <c:pt idx="21">
                  <c:v>31</c:v>
                </c:pt>
                <c:pt idx="22">
                  <c:v>69</c:v>
                </c:pt>
                <c:pt idx="23">
                  <c:v>13</c:v>
                </c:pt>
                <c:pt idx="24">
                  <c:v>85</c:v>
                </c:pt>
                <c:pt idx="25">
                  <c:v>17</c:v>
                </c:pt>
                <c:pt idx="26">
                  <c:v>74</c:v>
                </c:pt>
                <c:pt idx="27">
                  <c:v>36</c:v>
                </c:pt>
                <c:pt idx="28">
                  <c:v>192</c:v>
                </c:pt>
                <c:pt idx="29">
                  <c:v>49</c:v>
                </c:pt>
                <c:pt idx="30">
                  <c:v>16</c:v>
                </c:pt>
                <c:pt idx="31">
                  <c:v>58</c:v>
                </c:pt>
                <c:pt idx="32">
                  <c:v>39</c:v>
                </c:pt>
                <c:pt idx="33">
                  <c:v>29</c:v>
                </c:pt>
                <c:pt idx="34">
                  <c:v>238</c:v>
                </c:pt>
                <c:pt idx="35">
                  <c:v>108</c:v>
                </c:pt>
                <c:pt idx="36">
                  <c:v>45</c:v>
                </c:pt>
                <c:pt idx="37">
                  <c:v>24</c:v>
                </c:pt>
                <c:pt idx="38">
                  <c:v>217</c:v>
                </c:pt>
                <c:pt idx="39">
                  <c:v>32</c:v>
                </c:pt>
                <c:pt idx="40">
                  <c:v>30</c:v>
                </c:pt>
                <c:pt idx="41">
                  <c:v>19</c:v>
                </c:pt>
                <c:pt idx="42">
                  <c:v>20</c:v>
                </c:pt>
                <c:pt idx="43">
                  <c:v>13</c:v>
                </c:pt>
                <c:pt idx="44">
                  <c:v>48</c:v>
                </c:pt>
                <c:pt idx="45">
                  <c:v>15</c:v>
                </c:pt>
                <c:pt idx="46">
                  <c:v>17</c:v>
                </c:pt>
                <c:pt idx="47">
                  <c:v>18</c:v>
                </c:pt>
                <c:pt idx="48">
                  <c:v>29</c:v>
                </c:pt>
                <c:pt idx="49">
                  <c:v>31</c:v>
                </c:pt>
                <c:pt idx="50">
                  <c:v>22</c:v>
                </c:pt>
                <c:pt idx="51">
                  <c:v>255</c:v>
                </c:pt>
                <c:pt idx="52">
                  <c:v>33</c:v>
                </c:pt>
                <c:pt idx="53">
                  <c:v>87</c:v>
                </c:pt>
                <c:pt idx="54">
                  <c:v>58</c:v>
                </c:pt>
                <c:pt idx="55">
                  <c:v>20</c:v>
                </c:pt>
                <c:pt idx="56">
                  <c:v>136</c:v>
                </c:pt>
                <c:pt idx="57">
                  <c:v>56</c:v>
                </c:pt>
                <c:pt idx="58">
                  <c:v>31</c:v>
                </c:pt>
                <c:pt idx="59">
                  <c:v>20</c:v>
                </c:pt>
                <c:pt idx="60">
                  <c:v>58</c:v>
                </c:pt>
                <c:pt idx="61">
                  <c:v>71</c:v>
                </c:pt>
                <c:pt idx="62">
                  <c:v>22</c:v>
                </c:pt>
                <c:pt idx="63">
                  <c:v>40</c:v>
                </c:pt>
                <c:pt idx="64">
                  <c:v>54</c:v>
                </c:pt>
                <c:pt idx="65">
                  <c:v>52</c:v>
                </c:pt>
                <c:pt idx="66">
                  <c:v>35</c:v>
                </c:pt>
                <c:pt idx="67">
                  <c:v>20</c:v>
                </c:pt>
                <c:pt idx="68">
                  <c:v>193</c:v>
                </c:pt>
                <c:pt idx="69">
                  <c:v>39</c:v>
                </c:pt>
                <c:pt idx="70">
                  <c:v>64</c:v>
                </c:pt>
                <c:pt idx="71">
                  <c:v>16</c:v>
                </c:pt>
                <c:pt idx="72">
                  <c:v>14</c:v>
                </c:pt>
                <c:pt idx="73">
                  <c:v>51</c:v>
                </c:pt>
                <c:pt idx="74">
                  <c:v>17</c:v>
                </c:pt>
                <c:pt idx="75">
                  <c:v>24</c:v>
                </c:pt>
                <c:pt idx="76">
                  <c:v>18</c:v>
                </c:pt>
                <c:pt idx="77">
                  <c:v>40</c:v>
                </c:pt>
                <c:pt idx="78">
                  <c:v>17</c:v>
                </c:pt>
                <c:pt idx="79">
                  <c:v>40</c:v>
                </c:pt>
                <c:pt idx="80">
                  <c:v>67</c:v>
                </c:pt>
                <c:pt idx="81">
                  <c:v>40</c:v>
                </c:pt>
                <c:pt idx="82">
                  <c:v>69</c:v>
                </c:pt>
                <c:pt idx="83">
                  <c:v>21</c:v>
                </c:pt>
                <c:pt idx="84">
                  <c:v>44</c:v>
                </c:pt>
                <c:pt idx="85">
                  <c:v>35</c:v>
                </c:pt>
                <c:pt idx="86">
                  <c:v>31</c:v>
                </c:pt>
                <c:pt idx="87">
                  <c:v>29</c:v>
                </c:pt>
                <c:pt idx="88">
                  <c:v>46</c:v>
                </c:pt>
                <c:pt idx="89">
                  <c:v>15</c:v>
                </c:pt>
                <c:pt idx="90">
                  <c:v>42</c:v>
                </c:pt>
                <c:pt idx="91">
                  <c:v>57</c:v>
                </c:pt>
                <c:pt idx="92">
                  <c:v>27</c:v>
                </c:pt>
                <c:pt idx="93">
                  <c:v>31</c:v>
                </c:pt>
                <c:pt idx="94">
                  <c:v>20</c:v>
                </c:pt>
                <c:pt idx="95">
                  <c:v>256</c:v>
                </c:pt>
                <c:pt idx="96">
                  <c:v>47</c:v>
                </c:pt>
                <c:pt idx="97">
                  <c:v>132</c:v>
                </c:pt>
                <c:pt idx="98">
                  <c:v>33</c:v>
                </c:pt>
                <c:pt idx="99">
                  <c:v>72</c:v>
                </c:pt>
                <c:pt idx="100">
                  <c:v>243</c:v>
                </c:pt>
                <c:pt idx="101">
                  <c:v>15</c:v>
                </c:pt>
                <c:pt idx="102">
                  <c:v>53</c:v>
                </c:pt>
                <c:pt idx="103">
                  <c:v>23</c:v>
                </c:pt>
                <c:pt idx="104">
                  <c:v>17</c:v>
                </c:pt>
                <c:pt idx="105">
                  <c:v>37</c:v>
                </c:pt>
                <c:pt idx="106">
                  <c:v>16</c:v>
                </c:pt>
                <c:pt idx="107">
                  <c:v>171</c:v>
                </c:pt>
                <c:pt idx="108">
                  <c:v>96</c:v>
                </c:pt>
                <c:pt idx="109">
                  <c:v>18</c:v>
                </c:pt>
                <c:pt idx="110">
                  <c:v>41</c:v>
                </c:pt>
                <c:pt idx="111">
                  <c:v>45</c:v>
                </c:pt>
                <c:pt idx="112">
                  <c:v>24</c:v>
                </c:pt>
                <c:pt idx="113">
                  <c:v>44</c:v>
                </c:pt>
                <c:pt idx="114">
                  <c:v>44</c:v>
                </c:pt>
                <c:pt idx="115">
                  <c:v>44</c:v>
                </c:pt>
                <c:pt idx="116">
                  <c:v>46</c:v>
                </c:pt>
                <c:pt idx="117">
                  <c:v>63</c:v>
                </c:pt>
                <c:pt idx="118">
                  <c:v>17</c:v>
                </c:pt>
                <c:pt idx="119">
                  <c:v>204</c:v>
                </c:pt>
                <c:pt idx="120">
                  <c:v>102</c:v>
                </c:pt>
                <c:pt idx="121">
                  <c:v>14</c:v>
                </c:pt>
                <c:pt idx="122">
                  <c:v>27</c:v>
                </c:pt>
                <c:pt idx="123">
                  <c:v>15</c:v>
                </c:pt>
                <c:pt idx="124">
                  <c:v>28</c:v>
                </c:pt>
                <c:pt idx="125">
                  <c:v>13</c:v>
                </c:pt>
                <c:pt idx="126">
                  <c:v>50</c:v>
                </c:pt>
                <c:pt idx="127">
                  <c:v>25</c:v>
                </c:pt>
                <c:pt idx="128">
                  <c:v>28</c:v>
                </c:pt>
                <c:pt idx="129">
                  <c:v>96</c:v>
                </c:pt>
                <c:pt idx="130">
                  <c:v>77</c:v>
                </c:pt>
                <c:pt idx="131">
                  <c:v>96</c:v>
                </c:pt>
                <c:pt idx="132">
                  <c:v>41</c:v>
                </c:pt>
                <c:pt idx="133">
                  <c:v>23</c:v>
                </c:pt>
                <c:pt idx="134">
                  <c:v>27</c:v>
                </c:pt>
                <c:pt idx="135">
                  <c:v>28</c:v>
                </c:pt>
                <c:pt idx="136">
                  <c:v>80</c:v>
                </c:pt>
                <c:pt idx="137">
                  <c:v>46</c:v>
                </c:pt>
                <c:pt idx="138">
                  <c:v>10</c:v>
                </c:pt>
                <c:pt idx="139">
                  <c:v>21</c:v>
                </c:pt>
                <c:pt idx="140">
                  <c:v>44</c:v>
                </c:pt>
                <c:pt idx="141">
                  <c:v>26</c:v>
                </c:pt>
                <c:pt idx="142">
                  <c:v>64</c:v>
                </c:pt>
                <c:pt idx="143">
                  <c:v>26</c:v>
                </c:pt>
                <c:pt idx="144">
                  <c:v>145</c:v>
                </c:pt>
                <c:pt idx="145">
                  <c:v>50</c:v>
                </c:pt>
                <c:pt idx="146">
                  <c:v>43</c:v>
                </c:pt>
                <c:pt idx="147">
                  <c:v>152</c:v>
                </c:pt>
                <c:pt idx="148">
                  <c:v>84</c:v>
                </c:pt>
                <c:pt idx="149">
                  <c:v>46</c:v>
                </c:pt>
                <c:pt idx="150">
                  <c:v>15</c:v>
                </c:pt>
                <c:pt idx="151">
                  <c:v>23</c:v>
                </c:pt>
                <c:pt idx="152">
                  <c:v>124</c:v>
                </c:pt>
                <c:pt idx="153">
                  <c:v>34</c:v>
                </c:pt>
                <c:pt idx="154">
                  <c:v>168</c:v>
                </c:pt>
                <c:pt idx="155">
                  <c:v>88</c:v>
                </c:pt>
                <c:pt idx="156">
                  <c:v>253</c:v>
                </c:pt>
                <c:pt idx="157">
                  <c:v>91</c:v>
                </c:pt>
                <c:pt idx="158">
                  <c:v>37</c:v>
                </c:pt>
                <c:pt idx="159">
                  <c:v>38</c:v>
                </c:pt>
                <c:pt idx="160">
                  <c:v>36</c:v>
                </c:pt>
                <c:pt idx="161">
                  <c:v>48</c:v>
                </c:pt>
                <c:pt idx="162">
                  <c:v>63</c:v>
                </c:pt>
                <c:pt idx="163">
                  <c:v>44</c:v>
                </c:pt>
                <c:pt idx="164">
                  <c:v>19</c:v>
                </c:pt>
                <c:pt idx="165">
                  <c:v>23</c:v>
                </c:pt>
                <c:pt idx="166">
                  <c:v>74</c:v>
                </c:pt>
                <c:pt idx="167">
                  <c:v>68</c:v>
                </c:pt>
                <c:pt idx="168">
                  <c:v>51</c:v>
                </c:pt>
                <c:pt idx="169">
                  <c:v>101</c:v>
                </c:pt>
                <c:pt idx="170">
                  <c:v>34</c:v>
                </c:pt>
                <c:pt idx="171">
                  <c:v>62</c:v>
                </c:pt>
                <c:pt idx="172">
                  <c:v>57</c:v>
                </c:pt>
                <c:pt idx="173">
                  <c:v>252</c:v>
                </c:pt>
                <c:pt idx="174">
                  <c:v>24</c:v>
                </c:pt>
                <c:pt idx="175">
                  <c:v>28</c:v>
                </c:pt>
                <c:pt idx="176">
                  <c:v>33</c:v>
                </c:pt>
                <c:pt idx="177">
                  <c:v>35</c:v>
                </c:pt>
                <c:pt idx="178">
                  <c:v>47</c:v>
                </c:pt>
                <c:pt idx="179">
                  <c:v>41</c:v>
                </c:pt>
                <c:pt idx="180">
                  <c:v>55</c:v>
                </c:pt>
                <c:pt idx="181">
                  <c:v>85</c:v>
                </c:pt>
                <c:pt idx="182">
                  <c:v>18</c:v>
                </c:pt>
                <c:pt idx="183">
                  <c:v>21</c:v>
                </c:pt>
                <c:pt idx="184">
                  <c:v>17</c:v>
                </c:pt>
                <c:pt idx="185">
                  <c:v>48</c:v>
                </c:pt>
                <c:pt idx="186">
                  <c:v>34</c:v>
                </c:pt>
                <c:pt idx="187">
                  <c:v>22</c:v>
                </c:pt>
                <c:pt idx="188">
                  <c:v>183</c:v>
                </c:pt>
                <c:pt idx="189">
                  <c:v>39</c:v>
                </c:pt>
                <c:pt idx="190">
                  <c:v>149</c:v>
                </c:pt>
                <c:pt idx="191">
                  <c:v>148</c:v>
                </c:pt>
                <c:pt idx="192">
                  <c:v>16</c:v>
                </c:pt>
                <c:pt idx="193">
                  <c:v>51</c:v>
                </c:pt>
                <c:pt idx="194">
                  <c:v>22</c:v>
                </c:pt>
                <c:pt idx="195">
                  <c:v>26</c:v>
                </c:pt>
                <c:pt idx="196">
                  <c:v>20</c:v>
                </c:pt>
                <c:pt idx="197">
                  <c:v>42</c:v>
                </c:pt>
                <c:pt idx="198">
                  <c:v>67</c:v>
                </c:pt>
                <c:pt idx="199">
                  <c:v>50</c:v>
                </c:pt>
                <c:pt idx="200">
                  <c:v>31</c:v>
                </c:pt>
                <c:pt idx="201">
                  <c:v>34</c:v>
                </c:pt>
                <c:pt idx="202">
                  <c:v>45</c:v>
                </c:pt>
                <c:pt idx="203">
                  <c:v>27</c:v>
                </c:pt>
                <c:pt idx="204">
                  <c:v>68</c:v>
                </c:pt>
                <c:pt idx="205">
                  <c:v>18</c:v>
                </c:pt>
                <c:pt idx="206">
                  <c:v>35</c:v>
                </c:pt>
                <c:pt idx="207">
                  <c:v>25</c:v>
                </c:pt>
                <c:pt idx="208">
                  <c:v>37</c:v>
                </c:pt>
                <c:pt idx="209">
                  <c:v>56</c:v>
                </c:pt>
                <c:pt idx="210">
                  <c:v>20</c:v>
                </c:pt>
                <c:pt idx="211">
                  <c:v>65</c:v>
                </c:pt>
                <c:pt idx="212">
                  <c:v>20</c:v>
                </c:pt>
                <c:pt idx="213">
                  <c:v>52</c:v>
                </c:pt>
                <c:pt idx="214">
                  <c:v>30</c:v>
                </c:pt>
                <c:pt idx="215">
                  <c:v>30</c:v>
                </c:pt>
                <c:pt idx="216">
                  <c:v>124</c:v>
                </c:pt>
                <c:pt idx="217">
                  <c:v>34</c:v>
                </c:pt>
                <c:pt idx="218">
                  <c:v>35</c:v>
                </c:pt>
                <c:pt idx="219">
                  <c:v>43</c:v>
                </c:pt>
                <c:pt idx="220">
                  <c:v>28</c:v>
                </c:pt>
                <c:pt idx="221">
                  <c:v>68</c:v>
                </c:pt>
                <c:pt idx="222">
                  <c:v>20</c:v>
                </c:pt>
                <c:pt idx="223">
                  <c:v>70</c:v>
                </c:pt>
                <c:pt idx="224">
                  <c:v>67</c:v>
                </c:pt>
                <c:pt idx="225">
                  <c:v>59</c:v>
                </c:pt>
                <c:pt idx="226">
                  <c:v>64</c:v>
                </c:pt>
                <c:pt idx="227">
                  <c:v>22</c:v>
                </c:pt>
                <c:pt idx="228">
                  <c:v>14</c:v>
                </c:pt>
                <c:pt idx="229">
                  <c:v>46</c:v>
                </c:pt>
                <c:pt idx="230">
                  <c:v>10</c:v>
                </c:pt>
                <c:pt idx="231">
                  <c:v>63</c:v>
                </c:pt>
                <c:pt idx="232">
                  <c:v>16</c:v>
                </c:pt>
                <c:pt idx="233">
                  <c:v>30</c:v>
                </c:pt>
                <c:pt idx="234">
                  <c:v>16</c:v>
                </c:pt>
                <c:pt idx="235">
                  <c:v>66</c:v>
                </c:pt>
                <c:pt idx="236">
                  <c:v>29</c:v>
                </c:pt>
                <c:pt idx="237">
                  <c:v>33</c:v>
                </c:pt>
                <c:pt idx="238">
                  <c:v>12</c:v>
                </c:pt>
                <c:pt idx="239">
                  <c:v>45</c:v>
                </c:pt>
                <c:pt idx="240">
                  <c:v>30</c:v>
                </c:pt>
                <c:pt idx="241">
                  <c:v>35</c:v>
                </c:pt>
                <c:pt idx="242">
                  <c:v>22</c:v>
                </c:pt>
                <c:pt idx="243">
                  <c:v>33</c:v>
                </c:pt>
                <c:pt idx="244">
                  <c:v>131</c:v>
                </c:pt>
                <c:pt idx="245">
                  <c:v>32</c:v>
                </c:pt>
                <c:pt idx="246">
                  <c:v>36</c:v>
                </c:pt>
                <c:pt idx="247">
                  <c:v>50</c:v>
                </c:pt>
                <c:pt idx="248">
                  <c:v>15</c:v>
                </c:pt>
                <c:pt idx="249">
                  <c:v>18</c:v>
                </c:pt>
                <c:pt idx="250">
                  <c:v>188</c:v>
                </c:pt>
                <c:pt idx="251">
                  <c:v>35</c:v>
                </c:pt>
                <c:pt idx="252">
                  <c:v>35</c:v>
                </c:pt>
                <c:pt idx="253">
                  <c:v>21</c:v>
                </c:pt>
                <c:pt idx="254">
                  <c:v>32</c:v>
                </c:pt>
                <c:pt idx="255">
                  <c:v>22</c:v>
                </c:pt>
                <c:pt idx="256">
                  <c:v>28</c:v>
                </c:pt>
                <c:pt idx="257">
                  <c:v>33</c:v>
                </c:pt>
                <c:pt idx="258">
                  <c:v>14</c:v>
                </c:pt>
                <c:pt idx="259">
                  <c:v>45</c:v>
                </c:pt>
                <c:pt idx="260">
                  <c:v>63</c:v>
                </c:pt>
                <c:pt idx="261">
                  <c:v>74</c:v>
                </c:pt>
                <c:pt idx="262">
                  <c:v>23</c:v>
                </c:pt>
                <c:pt idx="263">
                  <c:v>14</c:v>
                </c:pt>
                <c:pt idx="264">
                  <c:v>68</c:v>
                </c:pt>
                <c:pt idx="265">
                  <c:v>142</c:v>
                </c:pt>
                <c:pt idx="266">
                  <c:v>64</c:v>
                </c:pt>
                <c:pt idx="267">
                  <c:v>25</c:v>
                </c:pt>
                <c:pt idx="268">
                  <c:v>21</c:v>
                </c:pt>
                <c:pt idx="269">
                  <c:v>16</c:v>
                </c:pt>
                <c:pt idx="270">
                  <c:v>13</c:v>
                </c:pt>
                <c:pt idx="271">
                  <c:v>102</c:v>
                </c:pt>
                <c:pt idx="272">
                  <c:v>31</c:v>
                </c:pt>
                <c:pt idx="273">
                  <c:v>30</c:v>
                </c:pt>
                <c:pt idx="274">
                  <c:v>57</c:v>
                </c:pt>
                <c:pt idx="275">
                  <c:v>24</c:v>
                </c:pt>
                <c:pt idx="276">
                  <c:v>103</c:v>
                </c:pt>
                <c:pt idx="277">
                  <c:v>16</c:v>
                </c:pt>
                <c:pt idx="278">
                  <c:v>43</c:v>
                </c:pt>
                <c:pt idx="279">
                  <c:v>27</c:v>
                </c:pt>
                <c:pt idx="280">
                  <c:v>15</c:v>
                </c:pt>
                <c:pt idx="281">
                  <c:v>11</c:v>
                </c:pt>
                <c:pt idx="282">
                  <c:v>18</c:v>
                </c:pt>
                <c:pt idx="283">
                  <c:v>44</c:v>
                </c:pt>
                <c:pt idx="284">
                  <c:v>40</c:v>
                </c:pt>
                <c:pt idx="285">
                  <c:v>52</c:v>
                </c:pt>
                <c:pt idx="286">
                  <c:v>111</c:v>
                </c:pt>
                <c:pt idx="287">
                  <c:v>103</c:v>
                </c:pt>
                <c:pt idx="288">
                  <c:v>14</c:v>
                </c:pt>
                <c:pt idx="289">
                  <c:v>26</c:v>
                </c:pt>
                <c:pt idx="290">
                  <c:v>246</c:v>
                </c:pt>
                <c:pt idx="291">
                  <c:v>14</c:v>
                </c:pt>
                <c:pt idx="292">
                  <c:v>12</c:v>
                </c:pt>
                <c:pt idx="293">
                  <c:v>38</c:v>
                </c:pt>
                <c:pt idx="294">
                  <c:v>63</c:v>
                </c:pt>
                <c:pt idx="295">
                  <c:v>20</c:v>
                </c:pt>
                <c:pt idx="296">
                  <c:v>17</c:v>
                </c:pt>
                <c:pt idx="297">
                  <c:v>59</c:v>
                </c:pt>
                <c:pt idx="298">
                  <c:v>103</c:v>
                </c:pt>
                <c:pt idx="299">
                  <c:v>25</c:v>
                </c:pt>
                <c:pt idx="300">
                  <c:v>40</c:v>
                </c:pt>
                <c:pt idx="301">
                  <c:v>57</c:v>
                </c:pt>
                <c:pt idx="302">
                  <c:v>21</c:v>
                </c:pt>
                <c:pt idx="303">
                  <c:v>187</c:v>
                </c:pt>
                <c:pt idx="304">
                  <c:v>60</c:v>
                </c:pt>
                <c:pt idx="305">
                  <c:v>26</c:v>
                </c:pt>
                <c:pt idx="306">
                  <c:v>32</c:v>
                </c:pt>
                <c:pt idx="307">
                  <c:v>19</c:v>
                </c:pt>
                <c:pt idx="308">
                  <c:v>30</c:v>
                </c:pt>
                <c:pt idx="309">
                  <c:v>31</c:v>
                </c:pt>
                <c:pt idx="310">
                  <c:v>34</c:v>
                </c:pt>
                <c:pt idx="311">
                  <c:v>41</c:v>
                </c:pt>
                <c:pt idx="312">
                  <c:v>34</c:v>
                </c:pt>
                <c:pt idx="313">
                  <c:v>47</c:v>
                </c:pt>
                <c:pt idx="314">
                  <c:v>17</c:v>
                </c:pt>
                <c:pt idx="315">
                  <c:v>99</c:v>
                </c:pt>
                <c:pt idx="316">
                  <c:v>75</c:v>
                </c:pt>
                <c:pt idx="317">
                  <c:v>44</c:v>
                </c:pt>
                <c:pt idx="318">
                  <c:v>23</c:v>
                </c:pt>
                <c:pt idx="319">
                  <c:v>43</c:v>
                </c:pt>
                <c:pt idx="320">
                  <c:v>237</c:v>
                </c:pt>
                <c:pt idx="321">
                  <c:v>50</c:v>
                </c:pt>
                <c:pt idx="322">
                  <c:v>43</c:v>
                </c:pt>
                <c:pt idx="323">
                  <c:v>26</c:v>
                </c:pt>
                <c:pt idx="324">
                  <c:v>31</c:v>
                </c:pt>
                <c:pt idx="325">
                  <c:v>51</c:v>
                </c:pt>
                <c:pt idx="326">
                  <c:v>76</c:v>
                </c:pt>
                <c:pt idx="327">
                  <c:v>12</c:v>
                </c:pt>
                <c:pt idx="328">
                  <c:v>16</c:v>
                </c:pt>
                <c:pt idx="329">
                  <c:v>41</c:v>
                </c:pt>
                <c:pt idx="330">
                  <c:v>30</c:v>
                </c:pt>
                <c:pt idx="331">
                  <c:v>14</c:v>
                </c:pt>
                <c:pt idx="332">
                  <c:v>25</c:v>
                </c:pt>
                <c:pt idx="333">
                  <c:v>35</c:v>
                </c:pt>
                <c:pt idx="334">
                  <c:v>123</c:v>
                </c:pt>
                <c:pt idx="335">
                  <c:v>46</c:v>
                </c:pt>
                <c:pt idx="336">
                  <c:v>12</c:v>
                </c:pt>
                <c:pt idx="337">
                  <c:v>31</c:v>
                </c:pt>
                <c:pt idx="338">
                  <c:v>64</c:v>
                </c:pt>
                <c:pt idx="339">
                  <c:v>31</c:v>
                </c:pt>
                <c:pt idx="340">
                  <c:v>47</c:v>
                </c:pt>
                <c:pt idx="341">
                  <c:v>35</c:v>
                </c:pt>
                <c:pt idx="342">
                  <c:v>56</c:v>
                </c:pt>
                <c:pt idx="343">
                  <c:v>262</c:v>
                </c:pt>
                <c:pt idx="344">
                  <c:v>31</c:v>
                </c:pt>
                <c:pt idx="345">
                  <c:v>70</c:v>
                </c:pt>
                <c:pt idx="346">
                  <c:v>109</c:v>
                </c:pt>
                <c:pt idx="347">
                  <c:v>47</c:v>
                </c:pt>
                <c:pt idx="348">
                  <c:v>188</c:v>
                </c:pt>
                <c:pt idx="349">
                  <c:v>49</c:v>
                </c:pt>
                <c:pt idx="350">
                  <c:v>31</c:v>
                </c:pt>
                <c:pt idx="351">
                  <c:v>24</c:v>
                </c:pt>
                <c:pt idx="352">
                  <c:v>32</c:v>
                </c:pt>
                <c:pt idx="353">
                  <c:v>38</c:v>
                </c:pt>
                <c:pt idx="354">
                  <c:v>40</c:v>
                </c:pt>
                <c:pt idx="355">
                  <c:v>28</c:v>
                </c:pt>
                <c:pt idx="356">
                  <c:v>22</c:v>
                </c:pt>
                <c:pt idx="357">
                  <c:v>11</c:v>
                </c:pt>
                <c:pt idx="358">
                  <c:v>46</c:v>
                </c:pt>
                <c:pt idx="359">
                  <c:v>245</c:v>
                </c:pt>
                <c:pt idx="360">
                  <c:v>17</c:v>
                </c:pt>
                <c:pt idx="361">
                  <c:v>24</c:v>
                </c:pt>
                <c:pt idx="362">
                  <c:v>40</c:v>
                </c:pt>
                <c:pt idx="363">
                  <c:v>20</c:v>
                </c:pt>
                <c:pt idx="364">
                  <c:v>96</c:v>
                </c:pt>
                <c:pt idx="365">
                  <c:v>78</c:v>
                </c:pt>
                <c:pt idx="366">
                  <c:v>30</c:v>
                </c:pt>
                <c:pt idx="367">
                  <c:v>14</c:v>
                </c:pt>
                <c:pt idx="368">
                  <c:v>61</c:v>
                </c:pt>
                <c:pt idx="369">
                  <c:v>27</c:v>
                </c:pt>
                <c:pt idx="370">
                  <c:v>25</c:v>
                </c:pt>
                <c:pt idx="371">
                  <c:v>77</c:v>
                </c:pt>
                <c:pt idx="372">
                  <c:v>33</c:v>
                </c:pt>
                <c:pt idx="373">
                  <c:v>37</c:v>
                </c:pt>
                <c:pt idx="374">
                  <c:v>21</c:v>
                </c:pt>
                <c:pt idx="375">
                  <c:v>94</c:v>
                </c:pt>
                <c:pt idx="376">
                  <c:v>64</c:v>
                </c:pt>
                <c:pt idx="377">
                  <c:v>55</c:v>
                </c:pt>
                <c:pt idx="378">
                  <c:v>25</c:v>
                </c:pt>
                <c:pt idx="379">
                  <c:v>67</c:v>
                </c:pt>
                <c:pt idx="380">
                  <c:v>46</c:v>
                </c:pt>
                <c:pt idx="381">
                  <c:v>36</c:v>
                </c:pt>
                <c:pt idx="382">
                  <c:v>21</c:v>
                </c:pt>
                <c:pt idx="383">
                  <c:v>58</c:v>
                </c:pt>
                <c:pt idx="384">
                  <c:v>65</c:v>
                </c:pt>
                <c:pt idx="385">
                  <c:v>40</c:v>
                </c:pt>
                <c:pt idx="386">
                  <c:v>57</c:v>
                </c:pt>
                <c:pt idx="387">
                  <c:v>44</c:v>
                </c:pt>
                <c:pt idx="388">
                  <c:v>61</c:v>
                </c:pt>
                <c:pt idx="389">
                  <c:v>44</c:v>
                </c:pt>
                <c:pt idx="390">
                  <c:v>85</c:v>
                </c:pt>
                <c:pt idx="391">
                  <c:v>74</c:v>
                </c:pt>
                <c:pt idx="392">
                  <c:v>76</c:v>
                </c:pt>
                <c:pt idx="393">
                  <c:v>22</c:v>
                </c:pt>
                <c:pt idx="394">
                  <c:v>68</c:v>
                </c:pt>
                <c:pt idx="395">
                  <c:v>29</c:v>
                </c:pt>
                <c:pt idx="396">
                  <c:v>78</c:v>
                </c:pt>
                <c:pt idx="397">
                  <c:v>34</c:v>
                </c:pt>
                <c:pt idx="398">
                  <c:v>63</c:v>
                </c:pt>
                <c:pt idx="399">
                  <c:v>36</c:v>
                </c:pt>
                <c:pt idx="400">
                  <c:v>33</c:v>
                </c:pt>
                <c:pt idx="401">
                  <c:v>17</c:v>
                </c:pt>
                <c:pt idx="402">
                  <c:v>25</c:v>
                </c:pt>
                <c:pt idx="403">
                  <c:v>27</c:v>
                </c:pt>
                <c:pt idx="404">
                  <c:v>22</c:v>
                </c:pt>
                <c:pt idx="405">
                  <c:v>48</c:v>
                </c:pt>
                <c:pt idx="406">
                  <c:v>14</c:v>
                </c:pt>
                <c:pt idx="407">
                  <c:v>16</c:v>
                </c:pt>
                <c:pt idx="408">
                  <c:v>50</c:v>
                </c:pt>
                <c:pt idx="409">
                  <c:v>236</c:v>
                </c:pt>
                <c:pt idx="410">
                  <c:v>67</c:v>
                </c:pt>
                <c:pt idx="411">
                  <c:v>69</c:v>
                </c:pt>
                <c:pt idx="412">
                  <c:v>24</c:v>
                </c:pt>
                <c:pt idx="413">
                  <c:v>47</c:v>
                </c:pt>
                <c:pt idx="414">
                  <c:v>17</c:v>
                </c:pt>
                <c:pt idx="415">
                  <c:v>16</c:v>
                </c:pt>
                <c:pt idx="416">
                  <c:v>20</c:v>
                </c:pt>
                <c:pt idx="417">
                  <c:v>39</c:v>
                </c:pt>
                <c:pt idx="418">
                  <c:v>32</c:v>
                </c:pt>
                <c:pt idx="419">
                  <c:v>36</c:v>
                </c:pt>
                <c:pt idx="420">
                  <c:v>210</c:v>
                </c:pt>
                <c:pt idx="421">
                  <c:v>38</c:v>
                </c:pt>
                <c:pt idx="422">
                  <c:v>59</c:v>
                </c:pt>
                <c:pt idx="423">
                  <c:v>249</c:v>
                </c:pt>
                <c:pt idx="424">
                  <c:v>24</c:v>
                </c:pt>
                <c:pt idx="425">
                  <c:v>53</c:v>
                </c:pt>
                <c:pt idx="426">
                  <c:v>65</c:v>
                </c:pt>
                <c:pt idx="427">
                  <c:v>23</c:v>
                </c:pt>
                <c:pt idx="428">
                  <c:v>23</c:v>
                </c:pt>
                <c:pt idx="429">
                  <c:v>84</c:v>
                </c:pt>
                <c:pt idx="430">
                  <c:v>100</c:v>
                </c:pt>
                <c:pt idx="431">
                  <c:v>162</c:v>
                </c:pt>
                <c:pt idx="432">
                  <c:v>23</c:v>
                </c:pt>
                <c:pt idx="433">
                  <c:v>44</c:v>
                </c:pt>
                <c:pt idx="434">
                  <c:v>18</c:v>
                </c:pt>
                <c:pt idx="435">
                  <c:v>62</c:v>
                </c:pt>
                <c:pt idx="436">
                  <c:v>24</c:v>
                </c:pt>
                <c:pt idx="437">
                  <c:v>32</c:v>
                </c:pt>
                <c:pt idx="438">
                  <c:v>31</c:v>
                </c:pt>
                <c:pt idx="439">
                  <c:v>94</c:v>
                </c:pt>
                <c:pt idx="440">
                  <c:v>52</c:v>
                </c:pt>
                <c:pt idx="441">
                  <c:v>15</c:v>
                </c:pt>
                <c:pt idx="442">
                  <c:v>65</c:v>
                </c:pt>
                <c:pt idx="443">
                  <c:v>25</c:v>
                </c:pt>
                <c:pt idx="444">
                  <c:v>44</c:v>
                </c:pt>
                <c:pt idx="445">
                  <c:v>141</c:v>
                </c:pt>
                <c:pt idx="446">
                  <c:v>51</c:v>
                </c:pt>
                <c:pt idx="447">
                  <c:v>92</c:v>
                </c:pt>
                <c:pt idx="448">
                  <c:v>96</c:v>
                </c:pt>
                <c:pt idx="449">
                  <c:v>36</c:v>
                </c:pt>
                <c:pt idx="450">
                  <c:v>16</c:v>
                </c:pt>
                <c:pt idx="451">
                  <c:v>41</c:v>
                </c:pt>
                <c:pt idx="452">
                  <c:v>15</c:v>
                </c:pt>
                <c:pt idx="453">
                  <c:v>17</c:v>
                </c:pt>
                <c:pt idx="454">
                  <c:v>38</c:v>
                </c:pt>
                <c:pt idx="455">
                  <c:v>46</c:v>
                </c:pt>
                <c:pt idx="456">
                  <c:v>54</c:v>
                </c:pt>
                <c:pt idx="457">
                  <c:v>32</c:v>
                </c:pt>
                <c:pt idx="458">
                  <c:v>39</c:v>
                </c:pt>
                <c:pt idx="459">
                  <c:v>116</c:v>
                </c:pt>
                <c:pt idx="460">
                  <c:v>57</c:v>
                </c:pt>
                <c:pt idx="461">
                  <c:v>14</c:v>
                </c:pt>
                <c:pt idx="462">
                  <c:v>13</c:v>
                </c:pt>
                <c:pt idx="463">
                  <c:v>17</c:v>
                </c:pt>
                <c:pt idx="464">
                  <c:v>14</c:v>
                </c:pt>
                <c:pt idx="465">
                  <c:v>35</c:v>
                </c:pt>
                <c:pt idx="466">
                  <c:v>14</c:v>
                </c:pt>
                <c:pt idx="467">
                  <c:v>45</c:v>
                </c:pt>
                <c:pt idx="468">
                  <c:v>23</c:v>
                </c:pt>
                <c:pt idx="469">
                  <c:v>30</c:v>
                </c:pt>
                <c:pt idx="470">
                  <c:v>28</c:v>
                </c:pt>
                <c:pt idx="471">
                  <c:v>15</c:v>
                </c:pt>
                <c:pt idx="472">
                  <c:v>60</c:v>
                </c:pt>
                <c:pt idx="473">
                  <c:v>28</c:v>
                </c:pt>
                <c:pt idx="474">
                  <c:v>87</c:v>
                </c:pt>
                <c:pt idx="475">
                  <c:v>22</c:v>
                </c:pt>
                <c:pt idx="476">
                  <c:v>39</c:v>
                </c:pt>
                <c:pt idx="477">
                  <c:v>52</c:v>
                </c:pt>
                <c:pt idx="478">
                  <c:v>48</c:v>
                </c:pt>
                <c:pt idx="479">
                  <c:v>24</c:v>
                </c:pt>
                <c:pt idx="480">
                  <c:v>95</c:v>
                </c:pt>
                <c:pt idx="481">
                  <c:v>22</c:v>
                </c:pt>
                <c:pt idx="482">
                  <c:v>30</c:v>
                </c:pt>
                <c:pt idx="483">
                  <c:v>45</c:v>
                </c:pt>
                <c:pt idx="484">
                  <c:v>40</c:v>
                </c:pt>
                <c:pt idx="485">
                  <c:v>47</c:v>
                </c:pt>
                <c:pt idx="486">
                  <c:v>59</c:v>
                </c:pt>
                <c:pt idx="487">
                  <c:v>104</c:v>
                </c:pt>
                <c:pt idx="488">
                  <c:v>96</c:v>
                </c:pt>
                <c:pt idx="489">
                  <c:v>279</c:v>
                </c:pt>
                <c:pt idx="490">
                  <c:v>42</c:v>
                </c:pt>
                <c:pt idx="491">
                  <c:v>41</c:v>
                </c:pt>
                <c:pt idx="492">
                  <c:v>47</c:v>
                </c:pt>
                <c:pt idx="493">
                  <c:v>89</c:v>
                </c:pt>
                <c:pt idx="494">
                  <c:v>22</c:v>
                </c:pt>
                <c:pt idx="495">
                  <c:v>55</c:v>
                </c:pt>
                <c:pt idx="496">
                  <c:v>20</c:v>
                </c:pt>
                <c:pt idx="497">
                  <c:v>60</c:v>
                </c:pt>
                <c:pt idx="498">
                  <c:v>21</c:v>
                </c:pt>
                <c:pt idx="499">
                  <c:v>14</c:v>
                </c:pt>
                <c:pt idx="500">
                  <c:v>64</c:v>
                </c:pt>
                <c:pt idx="501">
                  <c:v>59</c:v>
                </c:pt>
                <c:pt idx="502">
                  <c:v>89</c:v>
                </c:pt>
                <c:pt idx="503">
                  <c:v>25</c:v>
                </c:pt>
                <c:pt idx="504">
                  <c:v>21</c:v>
                </c:pt>
                <c:pt idx="505">
                  <c:v>31</c:v>
                </c:pt>
                <c:pt idx="506">
                  <c:v>122</c:v>
                </c:pt>
                <c:pt idx="507">
                  <c:v>60</c:v>
                </c:pt>
                <c:pt idx="508">
                  <c:v>94</c:v>
                </c:pt>
                <c:pt idx="509">
                  <c:v>42</c:v>
                </c:pt>
                <c:pt idx="510">
                  <c:v>25</c:v>
                </c:pt>
                <c:pt idx="511">
                  <c:v>18</c:v>
                </c:pt>
                <c:pt idx="512">
                  <c:v>41</c:v>
                </c:pt>
                <c:pt idx="513">
                  <c:v>48</c:v>
                </c:pt>
                <c:pt idx="514">
                  <c:v>36</c:v>
                </c:pt>
                <c:pt idx="515">
                  <c:v>48</c:v>
                </c:pt>
                <c:pt idx="516">
                  <c:v>21</c:v>
                </c:pt>
                <c:pt idx="517">
                  <c:v>44</c:v>
                </c:pt>
                <c:pt idx="518">
                  <c:v>71</c:v>
                </c:pt>
                <c:pt idx="519">
                  <c:v>21</c:v>
                </c:pt>
                <c:pt idx="520">
                  <c:v>20</c:v>
                </c:pt>
                <c:pt idx="521">
                  <c:v>54</c:v>
                </c:pt>
                <c:pt idx="522">
                  <c:v>24</c:v>
                </c:pt>
                <c:pt idx="523">
                  <c:v>102</c:v>
                </c:pt>
                <c:pt idx="524">
                  <c:v>71</c:v>
                </c:pt>
                <c:pt idx="525">
                  <c:v>44</c:v>
                </c:pt>
                <c:pt idx="526">
                  <c:v>46</c:v>
                </c:pt>
                <c:pt idx="527">
                  <c:v>109</c:v>
                </c:pt>
                <c:pt idx="528">
                  <c:v>46</c:v>
                </c:pt>
                <c:pt idx="529">
                  <c:v>51</c:v>
                </c:pt>
                <c:pt idx="530">
                  <c:v>19</c:v>
                </c:pt>
                <c:pt idx="531">
                  <c:v>54</c:v>
                </c:pt>
                <c:pt idx="532">
                  <c:v>28</c:v>
                </c:pt>
                <c:pt idx="533">
                  <c:v>37</c:v>
                </c:pt>
                <c:pt idx="534">
                  <c:v>58</c:v>
                </c:pt>
                <c:pt idx="535">
                  <c:v>40</c:v>
                </c:pt>
                <c:pt idx="536">
                  <c:v>31</c:v>
                </c:pt>
                <c:pt idx="537">
                  <c:v>12</c:v>
                </c:pt>
                <c:pt idx="538">
                  <c:v>24</c:v>
                </c:pt>
                <c:pt idx="539">
                  <c:v>17</c:v>
                </c:pt>
                <c:pt idx="540">
                  <c:v>84</c:v>
                </c:pt>
                <c:pt idx="541">
                  <c:v>18</c:v>
                </c:pt>
                <c:pt idx="542">
                  <c:v>13</c:v>
                </c:pt>
                <c:pt idx="543">
                  <c:v>24</c:v>
                </c:pt>
                <c:pt idx="544">
                  <c:v>33</c:v>
                </c:pt>
                <c:pt idx="545">
                  <c:v>22</c:v>
                </c:pt>
                <c:pt idx="546">
                  <c:v>59</c:v>
                </c:pt>
                <c:pt idx="547">
                  <c:v>247</c:v>
                </c:pt>
                <c:pt idx="548">
                  <c:v>35</c:v>
                </c:pt>
                <c:pt idx="549">
                  <c:v>86</c:v>
                </c:pt>
                <c:pt idx="550">
                  <c:v>17</c:v>
                </c:pt>
                <c:pt idx="551">
                  <c:v>20</c:v>
                </c:pt>
                <c:pt idx="552">
                  <c:v>58</c:v>
                </c:pt>
                <c:pt idx="553">
                  <c:v>11</c:v>
                </c:pt>
                <c:pt idx="554">
                  <c:v>63</c:v>
                </c:pt>
                <c:pt idx="555">
                  <c:v>61</c:v>
                </c:pt>
                <c:pt idx="556">
                  <c:v>11</c:v>
                </c:pt>
                <c:pt idx="557">
                  <c:v>42</c:v>
                </c:pt>
                <c:pt idx="558">
                  <c:v>61</c:v>
                </c:pt>
                <c:pt idx="559">
                  <c:v>26</c:v>
                </c:pt>
                <c:pt idx="560">
                  <c:v>30</c:v>
                </c:pt>
                <c:pt idx="561">
                  <c:v>19</c:v>
                </c:pt>
                <c:pt idx="562">
                  <c:v>113</c:v>
                </c:pt>
                <c:pt idx="563">
                  <c:v>16</c:v>
                </c:pt>
                <c:pt idx="564">
                  <c:v>19</c:v>
                </c:pt>
                <c:pt idx="565">
                  <c:v>39</c:v>
                </c:pt>
                <c:pt idx="566">
                  <c:v>43</c:v>
                </c:pt>
                <c:pt idx="567">
                  <c:v>32</c:v>
                </c:pt>
                <c:pt idx="568">
                  <c:v>97</c:v>
                </c:pt>
                <c:pt idx="569">
                  <c:v>85</c:v>
                </c:pt>
                <c:pt idx="570">
                  <c:v>89</c:v>
                </c:pt>
                <c:pt idx="571">
                  <c:v>15</c:v>
                </c:pt>
                <c:pt idx="572">
                  <c:v>30</c:v>
                </c:pt>
                <c:pt idx="573">
                  <c:v>76</c:v>
                </c:pt>
                <c:pt idx="574">
                  <c:v>24</c:v>
                </c:pt>
                <c:pt idx="575">
                  <c:v>264</c:v>
                </c:pt>
                <c:pt idx="576">
                  <c:v>64</c:v>
                </c:pt>
                <c:pt idx="577">
                  <c:v>45</c:v>
                </c:pt>
                <c:pt idx="578">
                  <c:v>73</c:v>
                </c:pt>
                <c:pt idx="579">
                  <c:v>71</c:v>
                </c:pt>
                <c:pt idx="580">
                  <c:v>44</c:v>
                </c:pt>
                <c:pt idx="581">
                  <c:v>30</c:v>
                </c:pt>
                <c:pt idx="582">
                  <c:v>29</c:v>
                </c:pt>
                <c:pt idx="583">
                  <c:v>17</c:v>
                </c:pt>
                <c:pt idx="584">
                  <c:v>13</c:v>
                </c:pt>
                <c:pt idx="585">
                  <c:v>54</c:v>
                </c:pt>
                <c:pt idx="586">
                  <c:v>18</c:v>
                </c:pt>
                <c:pt idx="587">
                  <c:v>81</c:v>
                </c:pt>
                <c:pt idx="588">
                  <c:v>12</c:v>
                </c:pt>
                <c:pt idx="589">
                  <c:v>69</c:v>
                </c:pt>
                <c:pt idx="590">
                  <c:v>35</c:v>
                </c:pt>
                <c:pt idx="591">
                  <c:v>37</c:v>
                </c:pt>
                <c:pt idx="592">
                  <c:v>24</c:v>
                </c:pt>
                <c:pt idx="593">
                  <c:v>59</c:v>
                </c:pt>
                <c:pt idx="594">
                  <c:v>72</c:v>
                </c:pt>
                <c:pt idx="595">
                  <c:v>67</c:v>
                </c:pt>
                <c:pt idx="596">
                  <c:v>204</c:v>
                </c:pt>
                <c:pt idx="597">
                  <c:v>92</c:v>
                </c:pt>
                <c:pt idx="598">
                  <c:v>28</c:v>
                </c:pt>
                <c:pt idx="599">
                  <c:v>54</c:v>
                </c:pt>
                <c:pt idx="600">
                  <c:v>26</c:v>
                </c:pt>
                <c:pt idx="601">
                  <c:v>20</c:v>
                </c:pt>
                <c:pt idx="602">
                  <c:v>55</c:v>
                </c:pt>
                <c:pt idx="603">
                  <c:v>28</c:v>
                </c:pt>
                <c:pt idx="604">
                  <c:v>15</c:v>
                </c:pt>
                <c:pt idx="605">
                  <c:v>53</c:v>
                </c:pt>
                <c:pt idx="606">
                  <c:v>43</c:v>
                </c:pt>
                <c:pt idx="607">
                  <c:v>25</c:v>
                </c:pt>
                <c:pt idx="608">
                  <c:v>26</c:v>
                </c:pt>
                <c:pt idx="609">
                  <c:v>25</c:v>
                </c:pt>
                <c:pt idx="610">
                  <c:v>118</c:v>
                </c:pt>
                <c:pt idx="611">
                  <c:v>41</c:v>
                </c:pt>
                <c:pt idx="612">
                  <c:v>17</c:v>
                </c:pt>
                <c:pt idx="613">
                  <c:v>45</c:v>
                </c:pt>
                <c:pt idx="614">
                  <c:v>18</c:v>
                </c:pt>
                <c:pt idx="615">
                  <c:v>30</c:v>
                </c:pt>
                <c:pt idx="616">
                  <c:v>42</c:v>
                </c:pt>
                <c:pt idx="617">
                  <c:v>25</c:v>
                </c:pt>
                <c:pt idx="618">
                  <c:v>43</c:v>
                </c:pt>
                <c:pt idx="619">
                  <c:v>29</c:v>
                </c:pt>
                <c:pt idx="620">
                  <c:v>55</c:v>
                </c:pt>
                <c:pt idx="621">
                  <c:v>46</c:v>
                </c:pt>
                <c:pt idx="622">
                  <c:v>35</c:v>
                </c:pt>
                <c:pt idx="623">
                  <c:v>21</c:v>
                </c:pt>
                <c:pt idx="624">
                  <c:v>47</c:v>
                </c:pt>
                <c:pt idx="625">
                  <c:v>21</c:v>
                </c:pt>
                <c:pt idx="626">
                  <c:v>75</c:v>
                </c:pt>
                <c:pt idx="627">
                  <c:v>38</c:v>
                </c:pt>
                <c:pt idx="628">
                  <c:v>17</c:v>
                </c:pt>
                <c:pt idx="629">
                  <c:v>46</c:v>
                </c:pt>
                <c:pt idx="630">
                  <c:v>43</c:v>
                </c:pt>
                <c:pt idx="631">
                  <c:v>51</c:v>
                </c:pt>
                <c:pt idx="632">
                  <c:v>66</c:v>
                </c:pt>
                <c:pt idx="633">
                  <c:v>19</c:v>
                </c:pt>
                <c:pt idx="634">
                  <c:v>48</c:v>
                </c:pt>
                <c:pt idx="635">
                  <c:v>42</c:v>
                </c:pt>
                <c:pt idx="636">
                  <c:v>29</c:v>
                </c:pt>
                <c:pt idx="637">
                  <c:v>194</c:v>
                </c:pt>
                <c:pt idx="638">
                  <c:v>45</c:v>
                </c:pt>
                <c:pt idx="639">
                  <c:v>144</c:v>
                </c:pt>
                <c:pt idx="640">
                  <c:v>33</c:v>
                </c:pt>
                <c:pt idx="641">
                  <c:v>102</c:v>
                </c:pt>
                <c:pt idx="642">
                  <c:v>195</c:v>
                </c:pt>
                <c:pt idx="643">
                  <c:v>36</c:v>
                </c:pt>
                <c:pt idx="644">
                  <c:v>18</c:v>
                </c:pt>
                <c:pt idx="645">
                  <c:v>70</c:v>
                </c:pt>
                <c:pt idx="646">
                  <c:v>54</c:v>
                </c:pt>
                <c:pt idx="647">
                  <c:v>231</c:v>
                </c:pt>
                <c:pt idx="648">
                  <c:v>183</c:v>
                </c:pt>
                <c:pt idx="649">
                  <c:v>35</c:v>
                </c:pt>
                <c:pt idx="650">
                  <c:v>113</c:v>
                </c:pt>
                <c:pt idx="651">
                  <c:v>45</c:v>
                </c:pt>
                <c:pt idx="652">
                  <c:v>27</c:v>
                </c:pt>
                <c:pt idx="653">
                  <c:v>36</c:v>
                </c:pt>
                <c:pt idx="654">
                  <c:v>13</c:v>
                </c:pt>
                <c:pt idx="655">
                  <c:v>59</c:v>
                </c:pt>
                <c:pt idx="656">
                  <c:v>26</c:v>
                </c:pt>
                <c:pt idx="657">
                  <c:v>16</c:v>
                </c:pt>
                <c:pt idx="658">
                  <c:v>193</c:v>
                </c:pt>
                <c:pt idx="659">
                  <c:v>68</c:v>
                </c:pt>
                <c:pt idx="660">
                  <c:v>44</c:v>
                </c:pt>
                <c:pt idx="661">
                  <c:v>38</c:v>
                </c:pt>
                <c:pt idx="662">
                  <c:v>44</c:v>
                </c:pt>
                <c:pt idx="663">
                  <c:v>26</c:v>
                </c:pt>
                <c:pt idx="664">
                  <c:v>25</c:v>
                </c:pt>
                <c:pt idx="665">
                  <c:v>32</c:v>
                </c:pt>
                <c:pt idx="666">
                  <c:v>84</c:v>
                </c:pt>
                <c:pt idx="667">
                  <c:v>47</c:v>
                </c:pt>
                <c:pt idx="668">
                  <c:v>61</c:v>
                </c:pt>
                <c:pt idx="669">
                  <c:v>221</c:v>
                </c:pt>
                <c:pt idx="670">
                  <c:v>19</c:v>
                </c:pt>
                <c:pt idx="671">
                  <c:v>12</c:v>
                </c:pt>
                <c:pt idx="672">
                  <c:v>106</c:v>
                </c:pt>
                <c:pt idx="673">
                  <c:v>34</c:v>
                </c:pt>
                <c:pt idx="674">
                  <c:v>38</c:v>
                </c:pt>
                <c:pt idx="675">
                  <c:v>41</c:v>
                </c:pt>
                <c:pt idx="676">
                  <c:v>157</c:v>
                </c:pt>
                <c:pt idx="677">
                  <c:v>76</c:v>
                </c:pt>
                <c:pt idx="678">
                  <c:v>15</c:v>
                </c:pt>
                <c:pt idx="679">
                  <c:v>41</c:v>
                </c:pt>
                <c:pt idx="680">
                  <c:v>43</c:v>
                </c:pt>
                <c:pt idx="681">
                  <c:v>15</c:v>
                </c:pt>
                <c:pt idx="682">
                  <c:v>16</c:v>
                </c:pt>
                <c:pt idx="683">
                  <c:v>145</c:v>
                </c:pt>
                <c:pt idx="684">
                  <c:v>24</c:v>
                </c:pt>
                <c:pt idx="685">
                  <c:v>76</c:v>
                </c:pt>
                <c:pt idx="686">
                  <c:v>15</c:v>
                </c:pt>
                <c:pt idx="687">
                  <c:v>29</c:v>
                </c:pt>
                <c:pt idx="688">
                  <c:v>43</c:v>
                </c:pt>
                <c:pt idx="689">
                  <c:v>12</c:v>
                </c:pt>
                <c:pt idx="690">
                  <c:v>16</c:v>
                </c:pt>
                <c:pt idx="691">
                  <c:v>167</c:v>
                </c:pt>
                <c:pt idx="692">
                  <c:v>39</c:v>
                </c:pt>
                <c:pt idx="693">
                  <c:v>89</c:v>
                </c:pt>
                <c:pt idx="694">
                  <c:v>32</c:v>
                </c:pt>
                <c:pt idx="695">
                  <c:v>61</c:v>
                </c:pt>
                <c:pt idx="696">
                  <c:v>96</c:v>
                </c:pt>
                <c:pt idx="697">
                  <c:v>15</c:v>
                </c:pt>
                <c:pt idx="698">
                  <c:v>17</c:v>
                </c:pt>
                <c:pt idx="699">
                  <c:v>49</c:v>
                </c:pt>
                <c:pt idx="700">
                  <c:v>41</c:v>
                </c:pt>
                <c:pt idx="701">
                  <c:v>21</c:v>
                </c:pt>
                <c:pt idx="702">
                  <c:v>13</c:v>
                </c:pt>
                <c:pt idx="703">
                  <c:v>34</c:v>
                </c:pt>
                <c:pt idx="704">
                  <c:v>114</c:v>
                </c:pt>
                <c:pt idx="705">
                  <c:v>43</c:v>
                </c:pt>
                <c:pt idx="706">
                  <c:v>51</c:v>
                </c:pt>
                <c:pt idx="707">
                  <c:v>21</c:v>
                </c:pt>
                <c:pt idx="708">
                  <c:v>31</c:v>
                </c:pt>
                <c:pt idx="709">
                  <c:v>79</c:v>
                </c:pt>
                <c:pt idx="710">
                  <c:v>59</c:v>
                </c:pt>
                <c:pt idx="711">
                  <c:v>63</c:v>
                </c:pt>
                <c:pt idx="712">
                  <c:v>12</c:v>
                </c:pt>
                <c:pt idx="713">
                  <c:v>23</c:v>
                </c:pt>
                <c:pt idx="714">
                  <c:v>19</c:v>
                </c:pt>
                <c:pt idx="715">
                  <c:v>17</c:v>
                </c:pt>
                <c:pt idx="716">
                  <c:v>193</c:v>
                </c:pt>
                <c:pt idx="717">
                  <c:v>49</c:v>
                </c:pt>
                <c:pt idx="718">
                  <c:v>111</c:v>
                </c:pt>
                <c:pt idx="719">
                  <c:v>25</c:v>
                </c:pt>
                <c:pt idx="720">
                  <c:v>32</c:v>
                </c:pt>
                <c:pt idx="721">
                  <c:v>61</c:v>
                </c:pt>
                <c:pt idx="722">
                  <c:v>213</c:v>
                </c:pt>
                <c:pt idx="723">
                  <c:v>54</c:v>
                </c:pt>
                <c:pt idx="724">
                  <c:v>37</c:v>
                </c:pt>
                <c:pt idx="725">
                  <c:v>26</c:v>
                </c:pt>
                <c:pt idx="726">
                  <c:v>34</c:v>
                </c:pt>
                <c:pt idx="727">
                  <c:v>32</c:v>
                </c:pt>
                <c:pt idx="728">
                  <c:v>29</c:v>
                </c:pt>
                <c:pt idx="729">
                  <c:v>25</c:v>
                </c:pt>
                <c:pt idx="730">
                  <c:v>14</c:v>
                </c:pt>
                <c:pt idx="731">
                  <c:v>46</c:v>
                </c:pt>
                <c:pt idx="732">
                  <c:v>48</c:v>
                </c:pt>
                <c:pt idx="733">
                  <c:v>17</c:v>
                </c:pt>
                <c:pt idx="734">
                  <c:v>23</c:v>
                </c:pt>
                <c:pt idx="735">
                  <c:v>30</c:v>
                </c:pt>
                <c:pt idx="736">
                  <c:v>44</c:v>
                </c:pt>
                <c:pt idx="737">
                  <c:v>43</c:v>
                </c:pt>
                <c:pt idx="738">
                  <c:v>92</c:v>
                </c:pt>
                <c:pt idx="739">
                  <c:v>22</c:v>
                </c:pt>
                <c:pt idx="740">
                  <c:v>24</c:v>
                </c:pt>
                <c:pt idx="741">
                  <c:v>21</c:v>
                </c:pt>
                <c:pt idx="742">
                  <c:v>105</c:v>
                </c:pt>
                <c:pt idx="743">
                  <c:v>27</c:v>
                </c:pt>
                <c:pt idx="744">
                  <c:v>179</c:v>
                </c:pt>
                <c:pt idx="745">
                  <c:v>56</c:v>
                </c:pt>
                <c:pt idx="746">
                  <c:v>19</c:v>
                </c:pt>
                <c:pt idx="747">
                  <c:v>25</c:v>
                </c:pt>
                <c:pt idx="748">
                  <c:v>34</c:v>
                </c:pt>
                <c:pt idx="749">
                  <c:v>82</c:v>
                </c:pt>
                <c:pt idx="750">
                  <c:v>189</c:v>
                </c:pt>
                <c:pt idx="751">
                  <c:v>21</c:v>
                </c:pt>
                <c:pt idx="752">
                  <c:v>17</c:v>
                </c:pt>
                <c:pt idx="753">
                  <c:v>87</c:v>
                </c:pt>
                <c:pt idx="754">
                  <c:v>47</c:v>
                </c:pt>
                <c:pt idx="755">
                  <c:v>43</c:v>
                </c:pt>
                <c:pt idx="756">
                  <c:v>66</c:v>
                </c:pt>
                <c:pt idx="757">
                  <c:v>58</c:v>
                </c:pt>
                <c:pt idx="758">
                  <c:v>11</c:v>
                </c:pt>
                <c:pt idx="759">
                  <c:v>224</c:v>
                </c:pt>
                <c:pt idx="760">
                  <c:v>271</c:v>
                </c:pt>
                <c:pt idx="761">
                  <c:v>48</c:v>
                </c:pt>
                <c:pt idx="762">
                  <c:v>35</c:v>
                </c:pt>
                <c:pt idx="763">
                  <c:v>18</c:v>
                </c:pt>
                <c:pt idx="764">
                  <c:v>13</c:v>
                </c:pt>
                <c:pt idx="765">
                  <c:v>137</c:v>
                </c:pt>
                <c:pt idx="766">
                  <c:v>66</c:v>
                </c:pt>
                <c:pt idx="767">
                  <c:v>26</c:v>
                </c:pt>
                <c:pt idx="768">
                  <c:v>22</c:v>
                </c:pt>
                <c:pt idx="769">
                  <c:v>60</c:v>
                </c:pt>
                <c:pt idx="770">
                  <c:v>265</c:v>
                </c:pt>
                <c:pt idx="771">
                  <c:v>36</c:v>
                </c:pt>
                <c:pt idx="772">
                  <c:v>35</c:v>
                </c:pt>
                <c:pt idx="773">
                  <c:v>49</c:v>
                </c:pt>
                <c:pt idx="774">
                  <c:v>33</c:v>
                </c:pt>
                <c:pt idx="775">
                  <c:v>58</c:v>
                </c:pt>
                <c:pt idx="776">
                  <c:v>70</c:v>
                </c:pt>
                <c:pt idx="777">
                  <c:v>41</c:v>
                </c:pt>
                <c:pt idx="778">
                  <c:v>33</c:v>
                </c:pt>
                <c:pt idx="779">
                  <c:v>33</c:v>
                </c:pt>
                <c:pt idx="780">
                  <c:v>38</c:v>
                </c:pt>
                <c:pt idx="781">
                  <c:v>29</c:v>
                </c:pt>
                <c:pt idx="782">
                  <c:v>54</c:v>
                </c:pt>
                <c:pt idx="783">
                  <c:v>35</c:v>
                </c:pt>
                <c:pt idx="784">
                  <c:v>86</c:v>
                </c:pt>
                <c:pt idx="785">
                  <c:v>37</c:v>
                </c:pt>
                <c:pt idx="786">
                  <c:v>47</c:v>
                </c:pt>
                <c:pt idx="787">
                  <c:v>29</c:v>
                </c:pt>
                <c:pt idx="788">
                  <c:v>74</c:v>
                </c:pt>
                <c:pt idx="789">
                  <c:v>40</c:v>
                </c:pt>
                <c:pt idx="790">
                  <c:v>23</c:v>
                </c:pt>
                <c:pt idx="791">
                  <c:v>24</c:v>
                </c:pt>
                <c:pt idx="792">
                  <c:v>32</c:v>
                </c:pt>
                <c:pt idx="793">
                  <c:v>43</c:v>
                </c:pt>
                <c:pt idx="794">
                  <c:v>46</c:v>
                </c:pt>
                <c:pt idx="795">
                  <c:v>130</c:v>
                </c:pt>
                <c:pt idx="796">
                  <c:v>25</c:v>
                </c:pt>
                <c:pt idx="797">
                  <c:v>58</c:v>
                </c:pt>
                <c:pt idx="798">
                  <c:v>23</c:v>
                </c:pt>
                <c:pt idx="799">
                  <c:v>37</c:v>
                </c:pt>
                <c:pt idx="800">
                  <c:v>32</c:v>
                </c:pt>
                <c:pt idx="801">
                  <c:v>17</c:v>
                </c:pt>
                <c:pt idx="802">
                  <c:v>45</c:v>
                </c:pt>
                <c:pt idx="803">
                  <c:v>73</c:v>
                </c:pt>
                <c:pt idx="804">
                  <c:v>48</c:v>
                </c:pt>
                <c:pt idx="805">
                  <c:v>37</c:v>
                </c:pt>
                <c:pt idx="806">
                  <c:v>62</c:v>
                </c:pt>
                <c:pt idx="807">
                  <c:v>29</c:v>
                </c:pt>
                <c:pt idx="808">
                  <c:v>33</c:v>
                </c:pt>
                <c:pt idx="809">
                  <c:v>35</c:v>
                </c:pt>
                <c:pt idx="810">
                  <c:v>28</c:v>
                </c:pt>
                <c:pt idx="811">
                  <c:v>40</c:v>
                </c:pt>
                <c:pt idx="812">
                  <c:v>49</c:v>
                </c:pt>
                <c:pt idx="813">
                  <c:v>19</c:v>
                </c:pt>
                <c:pt idx="814">
                  <c:v>36</c:v>
                </c:pt>
                <c:pt idx="815">
                  <c:v>87</c:v>
                </c:pt>
                <c:pt idx="816">
                  <c:v>49</c:v>
                </c:pt>
                <c:pt idx="817">
                  <c:v>40</c:v>
                </c:pt>
                <c:pt idx="818">
                  <c:v>63</c:v>
                </c:pt>
                <c:pt idx="819">
                  <c:v>67</c:v>
                </c:pt>
                <c:pt idx="820">
                  <c:v>27</c:v>
                </c:pt>
                <c:pt idx="821">
                  <c:v>110</c:v>
                </c:pt>
                <c:pt idx="822">
                  <c:v>14</c:v>
                </c:pt>
                <c:pt idx="823">
                  <c:v>197</c:v>
                </c:pt>
                <c:pt idx="824">
                  <c:v>37</c:v>
                </c:pt>
                <c:pt idx="825">
                  <c:v>111</c:v>
                </c:pt>
                <c:pt idx="826">
                  <c:v>40</c:v>
                </c:pt>
                <c:pt idx="827">
                  <c:v>34</c:v>
                </c:pt>
                <c:pt idx="828">
                  <c:v>65</c:v>
                </c:pt>
                <c:pt idx="829">
                  <c:v>15</c:v>
                </c:pt>
                <c:pt idx="830">
                  <c:v>48</c:v>
                </c:pt>
                <c:pt idx="831">
                  <c:v>23</c:v>
                </c:pt>
                <c:pt idx="832">
                  <c:v>25</c:v>
                </c:pt>
                <c:pt idx="833">
                  <c:v>30</c:v>
                </c:pt>
                <c:pt idx="834">
                  <c:v>25</c:v>
                </c:pt>
                <c:pt idx="835">
                  <c:v>45</c:v>
                </c:pt>
                <c:pt idx="836">
                  <c:v>33</c:v>
                </c:pt>
                <c:pt idx="837">
                  <c:v>96</c:v>
                </c:pt>
                <c:pt idx="838">
                  <c:v>29</c:v>
                </c:pt>
                <c:pt idx="839">
                  <c:v>37</c:v>
                </c:pt>
                <c:pt idx="840">
                  <c:v>20</c:v>
                </c:pt>
                <c:pt idx="841">
                  <c:v>86</c:v>
                </c:pt>
                <c:pt idx="842">
                  <c:v>29</c:v>
                </c:pt>
                <c:pt idx="843">
                  <c:v>42</c:v>
                </c:pt>
                <c:pt idx="844">
                  <c:v>47</c:v>
                </c:pt>
                <c:pt idx="845">
                  <c:v>199</c:v>
                </c:pt>
                <c:pt idx="846">
                  <c:v>78</c:v>
                </c:pt>
                <c:pt idx="847">
                  <c:v>26</c:v>
                </c:pt>
                <c:pt idx="848">
                  <c:v>12</c:v>
                </c:pt>
                <c:pt idx="849">
                  <c:v>44</c:v>
                </c:pt>
                <c:pt idx="850">
                  <c:v>41</c:v>
                </c:pt>
                <c:pt idx="851">
                  <c:v>34</c:v>
                </c:pt>
                <c:pt idx="852">
                  <c:v>13</c:v>
                </c:pt>
                <c:pt idx="853">
                  <c:v>36</c:v>
                </c:pt>
                <c:pt idx="854">
                  <c:v>20</c:v>
                </c:pt>
                <c:pt idx="855">
                  <c:v>61</c:v>
                </c:pt>
                <c:pt idx="856">
                  <c:v>70</c:v>
                </c:pt>
                <c:pt idx="857">
                  <c:v>22</c:v>
                </c:pt>
                <c:pt idx="858">
                  <c:v>29</c:v>
                </c:pt>
                <c:pt idx="859">
                  <c:v>106</c:v>
                </c:pt>
                <c:pt idx="860">
                  <c:v>25</c:v>
                </c:pt>
                <c:pt idx="861">
                  <c:v>14</c:v>
                </c:pt>
                <c:pt idx="862">
                  <c:v>25</c:v>
                </c:pt>
                <c:pt idx="863">
                  <c:v>17</c:v>
                </c:pt>
                <c:pt idx="864">
                  <c:v>101</c:v>
                </c:pt>
                <c:pt idx="865">
                  <c:v>51</c:v>
                </c:pt>
                <c:pt idx="866">
                  <c:v>38</c:v>
                </c:pt>
                <c:pt idx="867">
                  <c:v>54</c:v>
                </c:pt>
                <c:pt idx="868">
                  <c:v>25</c:v>
                </c:pt>
                <c:pt idx="869">
                  <c:v>32</c:v>
                </c:pt>
                <c:pt idx="870">
                  <c:v>26</c:v>
                </c:pt>
                <c:pt idx="871">
                  <c:v>24</c:v>
                </c:pt>
                <c:pt idx="872">
                  <c:v>32</c:v>
                </c:pt>
                <c:pt idx="873">
                  <c:v>82</c:v>
                </c:pt>
                <c:pt idx="874">
                  <c:v>103</c:v>
                </c:pt>
                <c:pt idx="875">
                  <c:v>35</c:v>
                </c:pt>
                <c:pt idx="876">
                  <c:v>43</c:v>
                </c:pt>
                <c:pt idx="877">
                  <c:v>42</c:v>
                </c:pt>
                <c:pt idx="878">
                  <c:v>56</c:v>
                </c:pt>
                <c:pt idx="879">
                  <c:v>16</c:v>
                </c:pt>
                <c:pt idx="880">
                  <c:v>39</c:v>
                </c:pt>
                <c:pt idx="881">
                  <c:v>103</c:v>
                </c:pt>
                <c:pt idx="882">
                  <c:v>43</c:v>
                </c:pt>
                <c:pt idx="883">
                  <c:v>61</c:v>
                </c:pt>
                <c:pt idx="884">
                  <c:v>44</c:v>
                </c:pt>
                <c:pt idx="885">
                  <c:v>37</c:v>
                </c:pt>
                <c:pt idx="886">
                  <c:v>24</c:v>
                </c:pt>
                <c:pt idx="887">
                  <c:v>16</c:v>
                </c:pt>
                <c:pt idx="888">
                  <c:v>48</c:v>
                </c:pt>
                <c:pt idx="889">
                  <c:v>36</c:v>
                </c:pt>
                <c:pt idx="890">
                  <c:v>48</c:v>
                </c:pt>
                <c:pt idx="891">
                  <c:v>87</c:v>
                </c:pt>
                <c:pt idx="892">
                  <c:v>41</c:v>
                </c:pt>
                <c:pt idx="893">
                  <c:v>26</c:v>
                </c:pt>
                <c:pt idx="894">
                  <c:v>111</c:v>
                </c:pt>
                <c:pt idx="895">
                  <c:v>22</c:v>
                </c:pt>
                <c:pt idx="896">
                  <c:v>38</c:v>
                </c:pt>
                <c:pt idx="897">
                  <c:v>56</c:v>
                </c:pt>
                <c:pt idx="898">
                  <c:v>31</c:v>
                </c:pt>
                <c:pt idx="899">
                  <c:v>34</c:v>
                </c:pt>
                <c:pt idx="900">
                  <c:v>26</c:v>
                </c:pt>
                <c:pt idx="901">
                  <c:v>19</c:v>
                </c:pt>
                <c:pt idx="902">
                  <c:v>66</c:v>
                </c:pt>
                <c:pt idx="903">
                  <c:v>55</c:v>
                </c:pt>
                <c:pt idx="904">
                  <c:v>27</c:v>
                </c:pt>
                <c:pt idx="905">
                  <c:v>43</c:v>
                </c:pt>
                <c:pt idx="906">
                  <c:v>45</c:v>
                </c:pt>
                <c:pt idx="907">
                  <c:v>108</c:v>
                </c:pt>
                <c:pt idx="908">
                  <c:v>17</c:v>
                </c:pt>
                <c:pt idx="909">
                  <c:v>41</c:v>
                </c:pt>
                <c:pt idx="910">
                  <c:v>30</c:v>
                </c:pt>
                <c:pt idx="911">
                  <c:v>18</c:v>
                </c:pt>
                <c:pt idx="912">
                  <c:v>33</c:v>
                </c:pt>
                <c:pt idx="913">
                  <c:v>18</c:v>
                </c:pt>
                <c:pt idx="914">
                  <c:v>21</c:v>
                </c:pt>
                <c:pt idx="915">
                  <c:v>45</c:v>
                </c:pt>
                <c:pt idx="916">
                  <c:v>80</c:v>
                </c:pt>
                <c:pt idx="917">
                  <c:v>33</c:v>
                </c:pt>
                <c:pt idx="918">
                  <c:v>38</c:v>
                </c:pt>
                <c:pt idx="919">
                  <c:v>17</c:v>
                </c:pt>
                <c:pt idx="920">
                  <c:v>81</c:v>
                </c:pt>
                <c:pt idx="921">
                  <c:v>35</c:v>
                </c:pt>
                <c:pt idx="922">
                  <c:v>33</c:v>
                </c:pt>
                <c:pt idx="923">
                  <c:v>279</c:v>
                </c:pt>
                <c:pt idx="924">
                  <c:v>26</c:v>
                </c:pt>
                <c:pt idx="925">
                  <c:v>42</c:v>
                </c:pt>
                <c:pt idx="926">
                  <c:v>151</c:v>
                </c:pt>
                <c:pt idx="927">
                  <c:v>48</c:v>
                </c:pt>
                <c:pt idx="928">
                  <c:v>147</c:v>
                </c:pt>
                <c:pt idx="929">
                  <c:v>55</c:v>
                </c:pt>
                <c:pt idx="930">
                  <c:v>25</c:v>
                </c:pt>
                <c:pt idx="931">
                  <c:v>137</c:v>
                </c:pt>
                <c:pt idx="932">
                  <c:v>32</c:v>
                </c:pt>
                <c:pt idx="933">
                  <c:v>22</c:v>
                </c:pt>
                <c:pt idx="934">
                  <c:v>69</c:v>
                </c:pt>
                <c:pt idx="935">
                  <c:v>18</c:v>
                </c:pt>
                <c:pt idx="936">
                  <c:v>80</c:v>
                </c:pt>
                <c:pt idx="937">
                  <c:v>59</c:v>
                </c:pt>
                <c:pt idx="938">
                  <c:v>20</c:v>
                </c:pt>
                <c:pt idx="939">
                  <c:v>77</c:v>
                </c:pt>
                <c:pt idx="940">
                  <c:v>17</c:v>
                </c:pt>
                <c:pt idx="941">
                  <c:v>19</c:v>
                </c:pt>
                <c:pt idx="942">
                  <c:v>78</c:v>
                </c:pt>
                <c:pt idx="943">
                  <c:v>30</c:v>
                </c:pt>
                <c:pt idx="944">
                  <c:v>31</c:v>
                </c:pt>
                <c:pt idx="945">
                  <c:v>25</c:v>
                </c:pt>
                <c:pt idx="946">
                  <c:v>44</c:v>
                </c:pt>
                <c:pt idx="947">
                  <c:v>91</c:v>
                </c:pt>
                <c:pt idx="948">
                  <c:v>49</c:v>
                </c:pt>
                <c:pt idx="949">
                  <c:v>18</c:v>
                </c:pt>
                <c:pt idx="950">
                  <c:v>43</c:v>
                </c:pt>
                <c:pt idx="951">
                  <c:v>38</c:v>
                </c:pt>
                <c:pt idx="952">
                  <c:v>14</c:v>
                </c:pt>
                <c:pt idx="953">
                  <c:v>99</c:v>
                </c:pt>
                <c:pt idx="954">
                  <c:v>51</c:v>
                </c:pt>
                <c:pt idx="955">
                  <c:v>106</c:v>
                </c:pt>
                <c:pt idx="956">
                  <c:v>22</c:v>
                </c:pt>
                <c:pt idx="957">
                  <c:v>54</c:v>
                </c:pt>
                <c:pt idx="958">
                  <c:v>48</c:v>
                </c:pt>
                <c:pt idx="959">
                  <c:v>50</c:v>
                </c:pt>
                <c:pt idx="960">
                  <c:v>102</c:v>
                </c:pt>
                <c:pt idx="961">
                  <c:v>21</c:v>
                </c:pt>
                <c:pt idx="962">
                  <c:v>35</c:v>
                </c:pt>
                <c:pt idx="963">
                  <c:v>40</c:v>
                </c:pt>
                <c:pt idx="964">
                  <c:v>249</c:v>
                </c:pt>
                <c:pt idx="965">
                  <c:v>13</c:v>
                </c:pt>
                <c:pt idx="966">
                  <c:v>39</c:v>
                </c:pt>
                <c:pt idx="967">
                  <c:v>70</c:v>
                </c:pt>
                <c:pt idx="968">
                  <c:v>15</c:v>
                </c:pt>
                <c:pt idx="969">
                  <c:v>39</c:v>
                </c:pt>
                <c:pt idx="970">
                  <c:v>55</c:v>
                </c:pt>
                <c:pt idx="971">
                  <c:v>37</c:v>
                </c:pt>
                <c:pt idx="972">
                  <c:v>161</c:v>
                </c:pt>
                <c:pt idx="973">
                  <c:v>37</c:v>
                </c:pt>
                <c:pt idx="974">
                  <c:v>32</c:v>
                </c:pt>
                <c:pt idx="975">
                  <c:v>29</c:v>
                </c:pt>
                <c:pt idx="976">
                  <c:v>35</c:v>
                </c:pt>
                <c:pt idx="977">
                  <c:v>40</c:v>
                </c:pt>
                <c:pt idx="978">
                  <c:v>82</c:v>
                </c:pt>
                <c:pt idx="979">
                  <c:v>38</c:v>
                </c:pt>
                <c:pt idx="980">
                  <c:v>30</c:v>
                </c:pt>
                <c:pt idx="981">
                  <c:v>121</c:v>
                </c:pt>
                <c:pt idx="982">
                  <c:v>51</c:v>
                </c:pt>
                <c:pt idx="983">
                  <c:v>90</c:v>
                </c:pt>
                <c:pt idx="984">
                  <c:v>13</c:v>
                </c:pt>
                <c:pt idx="985">
                  <c:v>68</c:v>
                </c:pt>
                <c:pt idx="986">
                  <c:v>98</c:v>
                </c:pt>
                <c:pt idx="987">
                  <c:v>16</c:v>
                </c:pt>
                <c:pt idx="988">
                  <c:v>56</c:v>
                </c:pt>
                <c:pt idx="989">
                  <c:v>22</c:v>
                </c:pt>
                <c:pt idx="990">
                  <c:v>48</c:v>
                </c:pt>
                <c:pt idx="991">
                  <c:v>66</c:v>
                </c:pt>
                <c:pt idx="992">
                  <c:v>48</c:v>
                </c:pt>
                <c:pt idx="993">
                  <c:v>59</c:v>
                </c:pt>
                <c:pt idx="994">
                  <c:v>39</c:v>
                </c:pt>
                <c:pt idx="995">
                  <c:v>58</c:v>
                </c:pt>
                <c:pt idx="996">
                  <c:v>222</c:v>
                </c:pt>
                <c:pt idx="997">
                  <c:v>36</c:v>
                </c:pt>
                <c:pt idx="998">
                  <c:v>39</c:v>
                </c:pt>
                <c:pt idx="999">
                  <c:v>136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EF-434D-AD3F-93C547995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08322511"/>
        <c:axId val="2009893503"/>
      </c:lineChart>
      <c:catAx>
        <c:axId val="2008322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9893503"/>
        <c:crosses val="autoZero"/>
        <c:auto val="1"/>
        <c:lblAlgn val="ctr"/>
        <c:lblOffset val="100"/>
        <c:noMultiLvlLbl val="0"/>
      </c:catAx>
      <c:valAx>
        <c:axId val="2009893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8322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Top 10 Delayed Routes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MySQL11!$B$1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MySQL11!$A$2:$A$11</c:f>
              <c:strCache>
                <c:ptCount val="1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</c:strCache>
            </c:strRef>
          </c:cat>
          <c:val>
            <c:numRef>
              <c:f>MySQL11!$B$2:$B$11</c:f>
              <c:numCache>
                <c:formatCode>General</c:formatCode>
                <c:ptCount val="10"/>
                <c:pt idx="0">
                  <c:v>41.04</c:v>
                </c:pt>
                <c:pt idx="1">
                  <c:v>34.01</c:v>
                </c:pt>
                <c:pt idx="2">
                  <c:v>32.799999999999997</c:v>
                </c:pt>
                <c:pt idx="3">
                  <c:v>32.18</c:v>
                </c:pt>
                <c:pt idx="4">
                  <c:v>30.81</c:v>
                </c:pt>
                <c:pt idx="5">
                  <c:v>29.86</c:v>
                </c:pt>
                <c:pt idx="6">
                  <c:v>25.88</c:v>
                </c:pt>
                <c:pt idx="7">
                  <c:v>25.83</c:v>
                </c:pt>
                <c:pt idx="8">
                  <c:v>22.64</c:v>
                </c:pt>
                <c:pt idx="9">
                  <c:v>20.97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EF-45B1-9268-EDEAD8267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56071327"/>
        <c:axId val="1856066527"/>
      </c:barChart>
      <c:catAx>
        <c:axId val="1856071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6066527"/>
        <c:crosses val="autoZero"/>
        <c:auto val="1"/>
        <c:lblAlgn val="ctr"/>
        <c:lblOffset val="100"/>
        <c:noMultiLvlLbl val="0"/>
      </c:catAx>
      <c:valAx>
        <c:axId val="185606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6071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average delay per Delivery Type (Express / Standard)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MySQL13!$B$1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MySQL13!$A$2:$A$3</c:f>
              <c:strCache>
                <c:ptCount val="2"/>
                <c:pt idx="0">
                  <c:v>Standard</c:v>
                </c:pt>
                <c:pt idx="1">
                  <c:v>Express</c:v>
                </c:pt>
              </c:strCache>
            </c:strRef>
          </c:cat>
          <c:val>
            <c:numRef>
              <c:f>MySQL13!$B$2:$B$3</c:f>
              <c:numCache>
                <c:formatCode>General</c:formatCode>
                <c:ptCount val="2"/>
                <c:pt idx="0">
                  <c:v>20.85</c:v>
                </c:pt>
                <c:pt idx="1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67-4027-8B1C-73F6D0451B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791040"/>
        <c:axId val="492796320"/>
      </c:barChart>
      <c:catAx>
        <c:axId val="492791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796320"/>
        <c:crosses val="autoZero"/>
        <c:auto val="1"/>
        <c:lblAlgn val="ctr"/>
        <c:lblOffset val="100"/>
        <c:noMultiLvlLbl val="0"/>
      </c:catAx>
      <c:valAx>
        <c:axId val="492796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791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</a:t>
            </a:r>
            <a:r>
              <a:rPr lang="en-US" baseline="0" dirty="0"/>
              <a:t> </a:t>
            </a:r>
            <a:r>
              <a:rPr lang="en-US" dirty="0"/>
              <a:t>transit</a:t>
            </a:r>
            <a:r>
              <a:rPr lang="en-US" baseline="0" dirty="0"/>
              <a:t> </a:t>
            </a:r>
            <a:r>
              <a:rPr lang="en-US" dirty="0"/>
              <a:t>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MySQL14!$B$1</c:f>
              <c:strCache>
                <c:ptCount val="1"/>
                <c:pt idx="0">
                  <c:v>avg_transit_time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MySQL14!$A$2:$A$21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MySQL14!$B$2:$B$21</c:f>
              <c:numCache>
                <c:formatCode>General</c:formatCode>
                <c:ptCount val="20"/>
                <c:pt idx="0">
                  <c:v>44.3</c:v>
                </c:pt>
                <c:pt idx="1">
                  <c:v>63.7</c:v>
                </c:pt>
                <c:pt idx="2">
                  <c:v>60.21</c:v>
                </c:pt>
                <c:pt idx="3">
                  <c:v>83.76</c:v>
                </c:pt>
                <c:pt idx="4">
                  <c:v>57.13</c:v>
                </c:pt>
                <c:pt idx="5">
                  <c:v>41.55</c:v>
                </c:pt>
                <c:pt idx="6">
                  <c:v>70.900000000000006</c:v>
                </c:pt>
                <c:pt idx="7">
                  <c:v>51.14</c:v>
                </c:pt>
                <c:pt idx="8">
                  <c:v>28.18</c:v>
                </c:pt>
                <c:pt idx="9">
                  <c:v>33.58</c:v>
                </c:pt>
                <c:pt idx="10">
                  <c:v>41.13</c:v>
                </c:pt>
                <c:pt idx="11">
                  <c:v>63.8</c:v>
                </c:pt>
                <c:pt idx="12">
                  <c:v>50.38</c:v>
                </c:pt>
                <c:pt idx="13">
                  <c:v>52.36</c:v>
                </c:pt>
                <c:pt idx="14">
                  <c:v>28.11</c:v>
                </c:pt>
                <c:pt idx="15">
                  <c:v>51.63</c:v>
                </c:pt>
                <c:pt idx="16">
                  <c:v>70.599999999999994</c:v>
                </c:pt>
                <c:pt idx="17">
                  <c:v>75.73</c:v>
                </c:pt>
                <c:pt idx="18">
                  <c:v>30.73</c:v>
                </c:pt>
                <c:pt idx="19">
                  <c:v>52.98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CB-4E26-B8EC-17E516888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04574736"/>
        <c:axId val="1704575216"/>
      </c:barChart>
      <c:catAx>
        <c:axId val="1704574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575216"/>
        <c:crosses val="autoZero"/>
        <c:auto val="1"/>
        <c:lblAlgn val="ctr"/>
        <c:lblOffset val="100"/>
        <c:noMultiLvlLbl val="0"/>
      </c:catAx>
      <c:valAx>
        <c:axId val="1704575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574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Avg</a:t>
            </a:r>
            <a:r>
              <a:rPr lang="en-US" baseline="0" dirty="0"/>
              <a:t> </a:t>
            </a:r>
            <a:r>
              <a:rPr lang="en-US" dirty="0"/>
              <a:t>delay</a:t>
            </a:r>
            <a:r>
              <a:rPr lang="en-US" baseline="0" dirty="0"/>
              <a:t> </a:t>
            </a:r>
            <a:r>
              <a:rPr lang="en-US" dirty="0"/>
              <a:t>hours</a:t>
            </a:r>
            <a:r>
              <a:rPr lang="en-US" baseline="0" dirty="0"/>
              <a:t> </a:t>
            </a:r>
            <a:r>
              <a:rPr lang="en-US" dirty="0"/>
              <a:t>per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MySQL15!$B$1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MySQL15!$A$2:$A$21</c:f>
              <c:strCache>
                <c:ptCount val="2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  <c:pt idx="10">
                  <c:v>R010</c:v>
                </c:pt>
                <c:pt idx="11">
                  <c:v>R017</c:v>
                </c:pt>
                <c:pt idx="12">
                  <c:v>R015</c:v>
                </c:pt>
                <c:pt idx="13">
                  <c:v>R016</c:v>
                </c:pt>
                <c:pt idx="14">
                  <c:v>R006</c:v>
                </c:pt>
                <c:pt idx="15">
                  <c:v>R019</c:v>
                </c:pt>
                <c:pt idx="16">
                  <c:v>R012</c:v>
                </c:pt>
                <c:pt idx="17">
                  <c:v>R013</c:v>
                </c:pt>
                <c:pt idx="18">
                  <c:v>R009</c:v>
                </c:pt>
                <c:pt idx="19">
                  <c:v>R001</c:v>
                </c:pt>
              </c:strCache>
            </c:strRef>
          </c:cat>
          <c:val>
            <c:numRef>
              <c:f>MySQL15!$B$2:$B$21</c:f>
              <c:numCache>
                <c:formatCode>General</c:formatCode>
                <c:ptCount val="20"/>
                <c:pt idx="0">
                  <c:v>41.04</c:v>
                </c:pt>
                <c:pt idx="1">
                  <c:v>34.01</c:v>
                </c:pt>
                <c:pt idx="2">
                  <c:v>32.799999999999997</c:v>
                </c:pt>
                <c:pt idx="3">
                  <c:v>32.18</c:v>
                </c:pt>
                <c:pt idx="4">
                  <c:v>30.81</c:v>
                </c:pt>
                <c:pt idx="5">
                  <c:v>29.86</c:v>
                </c:pt>
                <c:pt idx="6">
                  <c:v>25.88</c:v>
                </c:pt>
                <c:pt idx="7">
                  <c:v>25.83</c:v>
                </c:pt>
                <c:pt idx="8">
                  <c:v>22.64</c:v>
                </c:pt>
                <c:pt idx="9">
                  <c:v>20.97</c:v>
                </c:pt>
                <c:pt idx="10">
                  <c:v>20.25</c:v>
                </c:pt>
                <c:pt idx="11">
                  <c:v>19.27</c:v>
                </c:pt>
                <c:pt idx="12">
                  <c:v>15.19</c:v>
                </c:pt>
                <c:pt idx="13">
                  <c:v>14.89</c:v>
                </c:pt>
                <c:pt idx="14">
                  <c:v>14.01</c:v>
                </c:pt>
                <c:pt idx="15">
                  <c:v>13.91</c:v>
                </c:pt>
                <c:pt idx="16">
                  <c:v>13.89</c:v>
                </c:pt>
                <c:pt idx="17">
                  <c:v>11.95</c:v>
                </c:pt>
                <c:pt idx="18">
                  <c:v>9.7200000000000006</c:v>
                </c:pt>
                <c:pt idx="19">
                  <c:v>6.83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68-4476-B207-D22DC22AE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89810495"/>
        <c:axId val="1589810015"/>
      </c:barChart>
      <c:catAx>
        <c:axId val="1589810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9810015"/>
        <c:crosses val="autoZero"/>
        <c:auto val="1"/>
        <c:lblAlgn val="ctr"/>
        <c:lblOffset val="100"/>
        <c:noMultiLvlLbl val="0"/>
      </c:catAx>
      <c:valAx>
        <c:axId val="1589810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9810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Distance-to-Time Efficiency Ratio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MySQL16!$B$1</c:f>
              <c:strCache>
                <c:ptCount val="1"/>
                <c:pt idx="0">
                  <c:v>distance_km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MySQL16!$A$2:$A$21</c:f>
              <c:strCache>
                <c:ptCount val="20"/>
                <c:pt idx="0">
                  <c:v>R003</c:v>
                </c:pt>
                <c:pt idx="1">
                  <c:v>R015</c:v>
                </c:pt>
                <c:pt idx="2">
                  <c:v>R006</c:v>
                </c:pt>
                <c:pt idx="3">
                  <c:v>R008</c:v>
                </c:pt>
                <c:pt idx="4">
                  <c:v>R013</c:v>
                </c:pt>
                <c:pt idx="5">
                  <c:v>R001</c:v>
                </c:pt>
                <c:pt idx="6">
                  <c:v>R020</c:v>
                </c:pt>
                <c:pt idx="7">
                  <c:v>R017</c:v>
                </c:pt>
                <c:pt idx="8">
                  <c:v>R007</c:v>
                </c:pt>
                <c:pt idx="9">
                  <c:v>R004</c:v>
                </c:pt>
                <c:pt idx="10">
                  <c:v>R014</c:v>
                </c:pt>
                <c:pt idx="11">
                  <c:v>R018</c:v>
                </c:pt>
                <c:pt idx="12">
                  <c:v>R016</c:v>
                </c:pt>
                <c:pt idx="13">
                  <c:v>R012</c:v>
                </c:pt>
                <c:pt idx="14">
                  <c:v>R009</c:v>
                </c:pt>
                <c:pt idx="15">
                  <c:v>R002</c:v>
                </c:pt>
                <c:pt idx="16">
                  <c:v>R005</c:v>
                </c:pt>
                <c:pt idx="17">
                  <c:v>R011</c:v>
                </c:pt>
                <c:pt idx="18">
                  <c:v>R010</c:v>
                </c:pt>
                <c:pt idx="19">
                  <c:v>R019</c:v>
                </c:pt>
              </c:strCache>
            </c:strRef>
          </c:cat>
          <c:val>
            <c:numRef>
              <c:f>MySQL16!$B$2:$B$21</c:f>
              <c:numCache>
                <c:formatCode>General</c:formatCode>
                <c:ptCount val="20"/>
                <c:pt idx="0">
                  <c:v>885</c:v>
                </c:pt>
                <c:pt idx="1">
                  <c:v>606</c:v>
                </c:pt>
                <c:pt idx="2">
                  <c:v>2364</c:v>
                </c:pt>
                <c:pt idx="3">
                  <c:v>1846</c:v>
                </c:pt>
                <c:pt idx="4">
                  <c:v>3794</c:v>
                </c:pt>
                <c:pt idx="5">
                  <c:v>4620</c:v>
                </c:pt>
                <c:pt idx="6">
                  <c:v>2513</c:v>
                </c:pt>
                <c:pt idx="7">
                  <c:v>6651</c:v>
                </c:pt>
                <c:pt idx="8">
                  <c:v>5297</c:v>
                </c:pt>
                <c:pt idx="9">
                  <c:v>8555</c:v>
                </c:pt>
                <c:pt idx="10">
                  <c:v>5394</c:v>
                </c:pt>
                <c:pt idx="11">
                  <c:v>9347</c:v>
                </c:pt>
                <c:pt idx="12">
                  <c:v>8018</c:v>
                </c:pt>
                <c:pt idx="13">
                  <c:v>11397</c:v>
                </c:pt>
                <c:pt idx="14">
                  <c:v>5582</c:v>
                </c:pt>
                <c:pt idx="15">
                  <c:v>7264</c:v>
                </c:pt>
                <c:pt idx="16">
                  <c:v>10023</c:v>
                </c:pt>
                <c:pt idx="17">
                  <c:v>7369</c:v>
                </c:pt>
                <c:pt idx="18">
                  <c:v>6268</c:v>
                </c:pt>
                <c:pt idx="19">
                  <c:v>7255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41-4536-9211-7C38AC33A657}"/>
            </c:ext>
          </c:extLst>
        </c:ser>
        <c:ser>
          <c:idx val="1"/>
          <c:order val="1"/>
          <c:tx>
            <c:strRef>
              <c:f>MySQL16!$C$1</c:f>
              <c:strCache>
                <c:ptCount val="1"/>
                <c:pt idx="0">
                  <c:v>avg_transit_time_hours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MySQL16!$A$2:$A$21</c:f>
              <c:strCache>
                <c:ptCount val="20"/>
                <c:pt idx="0">
                  <c:v>R003</c:v>
                </c:pt>
                <c:pt idx="1">
                  <c:v>R015</c:v>
                </c:pt>
                <c:pt idx="2">
                  <c:v>R006</c:v>
                </c:pt>
                <c:pt idx="3">
                  <c:v>R008</c:v>
                </c:pt>
                <c:pt idx="4">
                  <c:v>R013</c:v>
                </c:pt>
                <c:pt idx="5">
                  <c:v>R001</c:v>
                </c:pt>
                <c:pt idx="6">
                  <c:v>R020</c:v>
                </c:pt>
                <c:pt idx="7">
                  <c:v>R017</c:v>
                </c:pt>
                <c:pt idx="8">
                  <c:v>R007</c:v>
                </c:pt>
                <c:pt idx="9">
                  <c:v>R004</c:v>
                </c:pt>
                <c:pt idx="10">
                  <c:v>R014</c:v>
                </c:pt>
                <c:pt idx="11">
                  <c:v>R018</c:v>
                </c:pt>
                <c:pt idx="12">
                  <c:v>R016</c:v>
                </c:pt>
                <c:pt idx="13">
                  <c:v>R012</c:v>
                </c:pt>
                <c:pt idx="14">
                  <c:v>R009</c:v>
                </c:pt>
                <c:pt idx="15">
                  <c:v>R002</c:v>
                </c:pt>
                <c:pt idx="16">
                  <c:v>R005</c:v>
                </c:pt>
                <c:pt idx="17">
                  <c:v>R011</c:v>
                </c:pt>
                <c:pt idx="18">
                  <c:v>R010</c:v>
                </c:pt>
                <c:pt idx="19">
                  <c:v>R019</c:v>
                </c:pt>
              </c:strCache>
            </c:strRef>
          </c:cat>
          <c:val>
            <c:numRef>
              <c:f>MySQL16!$C$2:$C$21</c:f>
              <c:numCache>
                <c:formatCode>General</c:formatCode>
                <c:ptCount val="20"/>
                <c:pt idx="0">
                  <c:v>23.5</c:v>
                </c:pt>
                <c:pt idx="1">
                  <c:v>11.5</c:v>
                </c:pt>
                <c:pt idx="2">
                  <c:v>23.3</c:v>
                </c:pt>
                <c:pt idx="3">
                  <c:v>17.100000000000001</c:v>
                </c:pt>
                <c:pt idx="4">
                  <c:v>31.3</c:v>
                </c:pt>
                <c:pt idx="5">
                  <c:v>32.1</c:v>
                </c:pt>
                <c:pt idx="6">
                  <c:v>17.2</c:v>
                </c:pt>
                <c:pt idx="7">
                  <c:v>45.1</c:v>
                </c:pt>
                <c:pt idx="8">
                  <c:v>30.5</c:v>
                </c:pt>
                <c:pt idx="9">
                  <c:v>49.1</c:v>
                </c:pt>
                <c:pt idx="10">
                  <c:v>27.3</c:v>
                </c:pt>
                <c:pt idx="11">
                  <c:v>43</c:v>
                </c:pt>
                <c:pt idx="12">
                  <c:v>31.2</c:v>
                </c:pt>
                <c:pt idx="13">
                  <c:v>42.3</c:v>
                </c:pt>
                <c:pt idx="14">
                  <c:v>15.5</c:v>
                </c:pt>
                <c:pt idx="15">
                  <c:v>18.5</c:v>
                </c:pt>
                <c:pt idx="16">
                  <c:v>23.3</c:v>
                </c:pt>
                <c:pt idx="17">
                  <c:v>15.5</c:v>
                </c:pt>
                <c:pt idx="18">
                  <c:v>11.6</c:v>
                </c:pt>
                <c:pt idx="19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41-4536-9211-7C38AC33A657}"/>
            </c:ext>
          </c:extLst>
        </c:ser>
        <c:ser>
          <c:idx val="2"/>
          <c:order val="2"/>
          <c:tx>
            <c:strRef>
              <c:f>MySQL16!$D$1</c:f>
              <c:strCache>
                <c:ptCount val="1"/>
                <c:pt idx="0">
                  <c:v>efficiency_ratio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MySQL16!$A$2:$A$21</c:f>
              <c:strCache>
                <c:ptCount val="20"/>
                <c:pt idx="0">
                  <c:v>R003</c:v>
                </c:pt>
                <c:pt idx="1">
                  <c:v>R015</c:v>
                </c:pt>
                <c:pt idx="2">
                  <c:v>R006</c:v>
                </c:pt>
                <c:pt idx="3">
                  <c:v>R008</c:v>
                </c:pt>
                <c:pt idx="4">
                  <c:v>R013</c:v>
                </c:pt>
                <c:pt idx="5">
                  <c:v>R001</c:v>
                </c:pt>
                <c:pt idx="6">
                  <c:v>R020</c:v>
                </c:pt>
                <c:pt idx="7">
                  <c:v>R017</c:v>
                </c:pt>
                <c:pt idx="8">
                  <c:v>R007</c:v>
                </c:pt>
                <c:pt idx="9">
                  <c:v>R004</c:v>
                </c:pt>
                <c:pt idx="10">
                  <c:v>R014</c:v>
                </c:pt>
                <c:pt idx="11">
                  <c:v>R018</c:v>
                </c:pt>
                <c:pt idx="12">
                  <c:v>R016</c:v>
                </c:pt>
                <c:pt idx="13">
                  <c:v>R012</c:v>
                </c:pt>
                <c:pt idx="14">
                  <c:v>R009</c:v>
                </c:pt>
                <c:pt idx="15">
                  <c:v>R002</c:v>
                </c:pt>
                <c:pt idx="16">
                  <c:v>R005</c:v>
                </c:pt>
                <c:pt idx="17">
                  <c:v>R011</c:v>
                </c:pt>
                <c:pt idx="18">
                  <c:v>R010</c:v>
                </c:pt>
                <c:pt idx="19">
                  <c:v>R019</c:v>
                </c:pt>
              </c:strCache>
            </c:strRef>
          </c:cat>
          <c:val>
            <c:numRef>
              <c:f>MySQL16!$D$2:$D$21</c:f>
              <c:numCache>
                <c:formatCode>General</c:formatCode>
                <c:ptCount val="20"/>
                <c:pt idx="0">
                  <c:v>37.659999999999997</c:v>
                </c:pt>
                <c:pt idx="1">
                  <c:v>52.7</c:v>
                </c:pt>
                <c:pt idx="2">
                  <c:v>101.46</c:v>
                </c:pt>
                <c:pt idx="3">
                  <c:v>107.95</c:v>
                </c:pt>
                <c:pt idx="4">
                  <c:v>121.21</c:v>
                </c:pt>
                <c:pt idx="5">
                  <c:v>143.93</c:v>
                </c:pt>
                <c:pt idx="6">
                  <c:v>146.1</c:v>
                </c:pt>
                <c:pt idx="7">
                  <c:v>147.47</c:v>
                </c:pt>
                <c:pt idx="8">
                  <c:v>173.67</c:v>
                </c:pt>
                <c:pt idx="9">
                  <c:v>174.24</c:v>
                </c:pt>
                <c:pt idx="10">
                  <c:v>197.58</c:v>
                </c:pt>
                <c:pt idx="11">
                  <c:v>217.37</c:v>
                </c:pt>
                <c:pt idx="12">
                  <c:v>256.99</c:v>
                </c:pt>
                <c:pt idx="13">
                  <c:v>269.43</c:v>
                </c:pt>
                <c:pt idx="14">
                  <c:v>360.13</c:v>
                </c:pt>
                <c:pt idx="15">
                  <c:v>392.65</c:v>
                </c:pt>
                <c:pt idx="16">
                  <c:v>430.17</c:v>
                </c:pt>
                <c:pt idx="17">
                  <c:v>475.42</c:v>
                </c:pt>
                <c:pt idx="18">
                  <c:v>540.34</c:v>
                </c:pt>
                <c:pt idx="19">
                  <c:v>545.49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41-4536-9211-7C38AC33A6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4183919"/>
        <c:axId val="1314184399"/>
      </c:barChart>
      <c:catAx>
        <c:axId val="1314183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4184399"/>
        <c:crosses val="autoZero"/>
        <c:auto val="1"/>
        <c:lblAlgn val="ctr"/>
        <c:lblOffset val="100"/>
        <c:noMultiLvlLbl val="0"/>
      </c:catAx>
      <c:valAx>
        <c:axId val="1314184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4183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Identify 3 Worst Routes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MySQL17!$B$1</c:f>
              <c:strCache>
                <c:ptCount val="1"/>
                <c:pt idx="0">
                  <c:v>efficiency_ratio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MySQL17!$A$2:$A$4</c:f>
              <c:strCache>
                <c:ptCount val="3"/>
                <c:pt idx="0">
                  <c:v>R003</c:v>
                </c:pt>
                <c:pt idx="1">
                  <c:v>R015</c:v>
                </c:pt>
                <c:pt idx="2">
                  <c:v>R006</c:v>
                </c:pt>
              </c:strCache>
            </c:strRef>
          </c:cat>
          <c:val>
            <c:numRef>
              <c:f>MySQL17!$B$2:$B$4</c:f>
              <c:numCache>
                <c:formatCode>General</c:formatCode>
                <c:ptCount val="3"/>
                <c:pt idx="0">
                  <c:v>37.659999999999997</c:v>
                </c:pt>
                <c:pt idx="1">
                  <c:v>52.7</c:v>
                </c:pt>
                <c:pt idx="2">
                  <c:v>101.46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7C-4CB1-ADA2-1280D4E6CA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9939504"/>
        <c:axId val="259928464"/>
      </c:barChart>
      <c:catAx>
        <c:axId val="259939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9928464"/>
        <c:crosses val="autoZero"/>
        <c:auto val="1"/>
        <c:lblAlgn val="ctr"/>
        <c:lblOffset val="100"/>
        <c:noMultiLvlLbl val="0"/>
      </c:catAx>
      <c:valAx>
        <c:axId val="25992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9939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Routes with &gt;20% Delayed Shipments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MySQL18!$B$1</c:f>
              <c:strCache>
                <c:ptCount val="1"/>
                <c:pt idx="0">
                  <c:v>delayed_percentage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MySQL18!$A$2:$A$21</c:f>
              <c:strCache>
                <c:ptCount val="20"/>
                <c:pt idx="0">
                  <c:v>R019</c:v>
                </c:pt>
                <c:pt idx="1">
                  <c:v>R007</c:v>
                </c:pt>
                <c:pt idx="2">
                  <c:v>R005</c:v>
                </c:pt>
                <c:pt idx="3">
                  <c:v>R002</c:v>
                </c:pt>
                <c:pt idx="4">
                  <c:v>R012</c:v>
                </c:pt>
                <c:pt idx="5">
                  <c:v>R010</c:v>
                </c:pt>
                <c:pt idx="6">
                  <c:v>R008</c:v>
                </c:pt>
                <c:pt idx="7">
                  <c:v>R015</c:v>
                </c:pt>
                <c:pt idx="8">
                  <c:v>R009</c:v>
                </c:pt>
                <c:pt idx="9">
                  <c:v>R013</c:v>
                </c:pt>
                <c:pt idx="10">
                  <c:v>R016</c:v>
                </c:pt>
                <c:pt idx="11">
                  <c:v>R003</c:v>
                </c:pt>
                <c:pt idx="12">
                  <c:v>R006</c:v>
                </c:pt>
                <c:pt idx="13">
                  <c:v>R018</c:v>
                </c:pt>
                <c:pt idx="14">
                  <c:v>R020</c:v>
                </c:pt>
                <c:pt idx="15">
                  <c:v>R011</c:v>
                </c:pt>
                <c:pt idx="16">
                  <c:v>R017</c:v>
                </c:pt>
                <c:pt idx="17">
                  <c:v>R004</c:v>
                </c:pt>
                <c:pt idx="18">
                  <c:v>R001</c:v>
                </c:pt>
                <c:pt idx="19">
                  <c:v>R014</c:v>
                </c:pt>
              </c:strCache>
            </c:strRef>
          </c:cat>
          <c:val>
            <c:numRef>
              <c:f>MySQL18!$B$2:$B$21</c:f>
              <c:numCache>
                <c:formatCode>General</c:formatCode>
                <c:ptCount val="20"/>
                <c:pt idx="0">
                  <c:v>100</c:v>
                </c:pt>
                <c:pt idx="1">
                  <c:v>96.08</c:v>
                </c:pt>
                <c:pt idx="2">
                  <c:v>95.83</c:v>
                </c:pt>
                <c:pt idx="3">
                  <c:v>95.74</c:v>
                </c:pt>
                <c:pt idx="4">
                  <c:v>94.64</c:v>
                </c:pt>
                <c:pt idx="5">
                  <c:v>94.23</c:v>
                </c:pt>
                <c:pt idx="6">
                  <c:v>93.18</c:v>
                </c:pt>
                <c:pt idx="7">
                  <c:v>92.86</c:v>
                </c:pt>
                <c:pt idx="8">
                  <c:v>92.11</c:v>
                </c:pt>
                <c:pt idx="9">
                  <c:v>92</c:v>
                </c:pt>
                <c:pt idx="10">
                  <c:v>91.55</c:v>
                </c:pt>
                <c:pt idx="11">
                  <c:v>91.18</c:v>
                </c:pt>
                <c:pt idx="12">
                  <c:v>91.07</c:v>
                </c:pt>
                <c:pt idx="13">
                  <c:v>88.14</c:v>
                </c:pt>
                <c:pt idx="14">
                  <c:v>88.1</c:v>
                </c:pt>
                <c:pt idx="15">
                  <c:v>87.5</c:v>
                </c:pt>
                <c:pt idx="16">
                  <c:v>86.79</c:v>
                </c:pt>
                <c:pt idx="17">
                  <c:v>85.71</c:v>
                </c:pt>
                <c:pt idx="18">
                  <c:v>81.819999999999993</c:v>
                </c:pt>
                <c:pt idx="19">
                  <c:v>81.13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F4-4AF3-BC0E-7476B2CE31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8660448"/>
        <c:axId val="1408649408"/>
      </c:barChart>
      <c:catAx>
        <c:axId val="1408660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8649408"/>
        <c:crosses val="autoZero"/>
        <c:auto val="1"/>
        <c:lblAlgn val="ctr"/>
        <c:lblOffset val="100"/>
        <c:noMultiLvlLbl val="0"/>
      </c:catAx>
      <c:valAx>
        <c:axId val="140864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8660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Top 3 Warehouses with Highest Average Delay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MySQL19!$B$1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MySQL19!$A$2:$A$4</c:f>
              <c:strCache>
                <c:ptCount val="3"/>
                <c:pt idx="0">
                  <c:v>W004</c:v>
                </c:pt>
                <c:pt idx="1">
                  <c:v>W003</c:v>
                </c:pt>
                <c:pt idx="2">
                  <c:v>W008</c:v>
                </c:pt>
              </c:strCache>
            </c:strRef>
          </c:cat>
          <c:val>
            <c:numRef>
              <c:f>MySQL19!$B$2:$B$4</c:f>
              <c:numCache>
                <c:formatCode>General</c:formatCode>
                <c:ptCount val="3"/>
                <c:pt idx="0">
                  <c:v>25.88</c:v>
                </c:pt>
                <c:pt idx="1">
                  <c:v>25.54</c:v>
                </c:pt>
                <c:pt idx="2">
                  <c:v>24.35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53-4A0B-AC31-6C47F52563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1365808"/>
        <c:axId val="1751367728"/>
      </c:barChart>
      <c:catAx>
        <c:axId val="175136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1367728"/>
        <c:crosses val="autoZero"/>
        <c:auto val="1"/>
        <c:lblAlgn val="ctr"/>
        <c:lblOffset val="100"/>
        <c:noMultiLvlLbl val="0"/>
      </c:catAx>
      <c:valAx>
        <c:axId val="1751367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1365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 Shipments vs Delayed Shipments per Warehouse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MySQL20!$B$1</c:f>
              <c:strCache>
                <c:ptCount val="1"/>
                <c:pt idx="0">
                  <c:v>total_shipments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MySQL20!$A$2:$A$11</c:f>
              <c:strCache>
                <c:ptCount val="10"/>
                <c:pt idx="0">
                  <c:v>W008</c:v>
                </c:pt>
                <c:pt idx="1">
                  <c:v>W003</c:v>
                </c:pt>
                <c:pt idx="2">
                  <c:v>W001</c:v>
                </c:pt>
                <c:pt idx="3">
                  <c:v>W009</c:v>
                </c:pt>
                <c:pt idx="4">
                  <c:v>W004</c:v>
                </c:pt>
                <c:pt idx="5">
                  <c:v>W002</c:v>
                </c:pt>
                <c:pt idx="6">
                  <c:v>W005</c:v>
                </c:pt>
                <c:pt idx="7">
                  <c:v>W010</c:v>
                </c:pt>
                <c:pt idx="8">
                  <c:v>W007</c:v>
                </c:pt>
                <c:pt idx="9">
                  <c:v>W006</c:v>
                </c:pt>
              </c:strCache>
            </c:strRef>
          </c:cat>
          <c:val>
            <c:numRef>
              <c:f>MySQL20!$B$2:$B$11</c:f>
              <c:numCache>
                <c:formatCode>General</c:formatCode>
                <c:ptCount val="10"/>
                <c:pt idx="0">
                  <c:v>112</c:v>
                </c:pt>
                <c:pt idx="1">
                  <c:v>107</c:v>
                </c:pt>
                <c:pt idx="2">
                  <c:v>103</c:v>
                </c:pt>
                <c:pt idx="3">
                  <c:v>91</c:v>
                </c:pt>
                <c:pt idx="4">
                  <c:v>90</c:v>
                </c:pt>
                <c:pt idx="5">
                  <c:v>97</c:v>
                </c:pt>
                <c:pt idx="6">
                  <c:v>102</c:v>
                </c:pt>
                <c:pt idx="7">
                  <c:v>103</c:v>
                </c:pt>
                <c:pt idx="8">
                  <c:v>96</c:v>
                </c:pt>
                <c:pt idx="9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99-4B5F-B651-0980B72DB527}"/>
            </c:ext>
          </c:extLst>
        </c:ser>
        <c:ser>
          <c:idx val="1"/>
          <c:order val="1"/>
          <c:tx>
            <c:strRef>
              <c:f>MySQL20!$C$1</c:f>
              <c:strCache>
                <c:ptCount val="1"/>
                <c:pt idx="0">
                  <c:v>delayed_shipments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MySQL20!$A$2:$A$11</c:f>
              <c:strCache>
                <c:ptCount val="10"/>
                <c:pt idx="0">
                  <c:v>W008</c:v>
                </c:pt>
                <c:pt idx="1">
                  <c:v>W003</c:v>
                </c:pt>
                <c:pt idx="2">
                  <c:v>W001</c:v>
                </c:pt>
                <c:pt idx="3">
                  <c:v>W009</c:v>
                </c:pt>
                <c:pt idx="4">
                  <c:v>W004</c:v>
                </c:pt>
                <c:pt idx="5">
                  <c:v>W002</c:v>
                </c:pt>
                <c:pt idx="6">
                  <c:v>W005</c:v>
                </c:pt>
                <c:pt idx="7">
                  <c:v>W010</c:v>
                </c:pt>
                <c:pt idx="8">
                  <c:v>W007</c:v>
                </c:pt>
                <c:pt idx="9">
                  <c:v>W006</c:v>
                </c:pt>
              </c:strCache>
            </c:strRef>
          </c:cat>
          <c:val>
            <c:numRef>
              <c:f>MySQL20!$C$2:$C$11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96</c:v>
                </c:pt>
                <c:pt idx="3">
                  <c:v>84</c:v>
                </c:pt>
                <c:pt idx="4">
                  <c:v>85</c:v>
                </c:pt>
                <c:pt idx="5">
                  <c:v>91</c:v>
                </c:pt>
                <c:pt idx="6">
                  <c:v>94</c:v>
                </c:pt>
                <c:pt idx="7">
                  <c:v>94</c:v>
                </c:pt>
                <c:pt idx="8">
                  <c:v>94</c:v>
                </c:pt>
                <c:pt idx="9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99-4B5F-B651-0980B72DB5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8415615"/>
        <c:axId val="568424735"/>
      </c:barChart>
      <c:catAx>
        <c:axId val="56841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8424735"/>
        <c:crosses val="autoZero"/>
        <c:auto val="1"/>
        <c:lblAlgn val="ctr"/>
        <c:lblOffset val="100"/>
        <c:noMultiLvlLbl val="0"/>
      </c:catAx>
      <c:valAx>
        <c:axId val="568424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8415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Warehouses Above Global Average Delay (Using CTE)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MySQL21!$B$1</c:f>
              <c:strCache>
                <c:ptCount val="1"/>
                <c:pt idx="0">
                  <c:v>avg_delay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MySQL21!$A$2:$A$7</c:f>
              <c:strCache>
                <c:ptCount val="6"/>
                <c:pt idx="0">
                  <c:v>W008</c:v>
                </c:pt>
                <c:pt idx="1">
                  <c:v>W003</c:v>
                </c:pt>
                <c:pt idx="2">
                  <c:v>W004</c:v>
                </c:pt>
                <c:pt idx="3">
                  <c:v>W005</c:v>
                </c:pt>
                <c:pt idx="4">
                  <c:v>W010</c:v>
                </c:pt>
                <c:pt idx="5">
                  <c:v>W007</c:v>
                </c:pt>
              </c:strCache>
            </c:strRef>
          </c:cat>
          <c:val>
            <c:numRef>
              <c:f>MySQL21!$B$2:$B$7</c:f>
              <c:numCache>
                <c:formatCode>General</c:formatCode>
                <c:ptCount val="6"/>
                <c:pt idx="0">
                  <c:v>24.352678571428498</c:v>
                </c:pt>
                <c:pt idx="1">
                  <c:v>25.543925233644799</c:v>
                </c:pt>
                <c:pt idx="2">
                  <c:v>25.8799999999999</c:v>
                </c:pt>
                <c:pt idx="3">
                  <c:v>22.4343137254901</c:v>
                </c:pt>
                <c:pt idx="4">
                  <c:v>21.803883495145602</c:v>
                </c:pt>
                <c:pt idx="5">
                  <c:v>22.061458333333299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97-4D54-9187-E736D08DD7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769184"/>
        <c:axId val="26768224"/>
      </c:barChart>
      <c:catAx>
        <c:axId val="26769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768224"/>
        <c:crosses val="autoZero"/>
        <c:auto val="1"/>
        <c:lblAlgn val="ctr"/>
        <c:lblOffset val="100"/>
        <c:noMultiLvlLbl val="0"/>
      </c:catAx>
      <c:valAx>
        <c:axId val="2676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769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Rank Warehouses by On-Time Delivery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MySQL22!$B$1</c:f>
              <c:strCache>
                <c:ptCount val="1"/>
                <c:pt idx="0">
                  <c:v>on_time_delivery_pct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MySQL22!$A$2:$A$11</c:f>
              <c:strCache>
                <c:ptCount val="10"/>
                <c:pt idx="0">
                  <c:v>W008</c:v>
                </c:pt>
                <c:pt idx="1">
                  <c:v>W010</c:v>
                </c:pt>
                <c:pt idx="2">
                  <c:v>W005</c:v>
                </c:pt>
                <c:pt idx="3">
                  <c:v>W009</c:v>
                </c:pt>
                <c:pt idx="4">
                  <c:v>W001</c:v>
                </c:pt>
                <c:pt idx="5">
                  <c:v>W003</c:v>
                </c:pt>
                <c:pt idx="6">
                  <c:v>W002</c:v>
                </c:pt>
                <c:pt idx="7">
                  <c:v>W004</c:v>
                </c:pt>
                <c:pt idx="8">
                  <c:v>W006</c:v>
                </c:pt>
                <c:pt idx="9">
                  <c:v>W007</c:v>
                </c:pt>
              </c:strCache>
            </c:strRef>
          </c:cat>
          <c:val>
            <c:numRef>
              <c:f>MySQL22!$B$2:$B$11</c:f>
              <c:numCache>
                <c:formatCode>General</c:formatCode>
                <c:ptCount val="10"/>
                <c:pt idx="0">
                  <c:v>10.71</c:v>
                </c:pt>
                <c:pt idx="1">
                  <c:v>8.74</c:v>
                </c:pt>
                <c:pt idx="2">
                  <c:v>7.84</c:v>
                </c:pt>
                <c:pt idx="3">
                  <c:v>7.69</c:v>
                </c:pt>
                <c:pt idx="4">
                  <c:v>6.8</c:v>
                </c:pt>
                <c:pt idx="5">
                  <c:v>6.54</c:v>
                </c:pt>
                <c:pt idx="6">
                  <c:v>6.19</c:v>
                </c:pt>
                <c:pt idx="7">
                  <c:v>5.56</c:v>
                </c:pt>
                <c:pt idx="8">
                  <c:v>5.05</c:v>
                </c:pt>
                <c:pt idx="9">
                  <c:v>2.08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A1-480F-A1B5-DD0413975443}"/>
            </c:ext>
          </c:extLst>
        </c:ser>
        <c:ser>
          <c:idx val="1"/>
          <c:order val="1"/>
          <c:tx>
            <c:strRef>
              <c:f>MySQL22!$C$1</c:f>
              <c:strCache>
                <c:ptCount val="1"/>
                <c:pt idx="0">
                  <c:v>warehouse_rank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MySQL22!$A$2:$A$11</c:f>
              <c:strCache>
                <c:ptCount val="10"/>
                <c:pt idx="0">
                  <c:v>W008</c:v>
                </c:pt>
                <c:pt idx="1">
                  <c:v>W010</c:v>
                </c:pt>
                <c:pt idx="2">
                  <c:v>W005</c:v>
                </c:pt>
                <c:pt idx="3">
                  <c:v>W009</c:v>
                </c:pt>
                <c:pt idx="4">
                  <c:v>W001</c:v>
                </c:pt>
                <c:pt idx="5">
                  <c:v>W003</c:v>
                </c:pt>
                <c:pt idx="6">
                  <c:v>W002</c:v>
                </c:pt>
                <c:pt idx="7">
                  <c:v>W004</c:v>
                </c:pt>
                <c:pt idx="8">
                  <c:v>W006</c:v>
                </c:pt>
                <c:pt idx="9">
                  <c:v>W007</c:v>
                </c:pt>
              </c:strCache>
            </c:strRef>
          </c:cat>
          <c:val>
            <c:numRef>
              <c:f>MySQL22!$C$2:$C$11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A1-480F-A1B5-DD0413975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2829167"/>
        <c:axId val="1172814767"/>
      </c:barChart>
      <c:catAx>
        <c:axId val="1172829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2814767"/>
        <c:crosses val="autoZero"/>
        <c:auto val="1"/>
        <c:lblAlgn val="ctr"/>
        <c:lblOffset val="100"/>
        <c:noMultiLvlLbl val="0"/>
      </c:catAx>
      <c:valAx>
        <c:axId val="1172814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2829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Top 5 Agents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MySQL26!$C$1</c:f>
              <c:strCache>
                <c:ptCount val="1"/>
                <c:pt idx="0">
                  <c:v>experience_years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MySQL26!$A$2:$B$6</c:f>
              <c:multiLvlStrCache>
                <c:ptCount val="5"/>
                <c:lvl>
                  <c:pt idx="0">
                    <c:v>Taylor Garcia</c:v>
                  </c:pt>
                  <c:pt idx="1">
                    <c:v>Jamie Lopez</c:v>
                  </c:pt>
                  <c:pt idx="2">
                    <c:v>Noah Moore</c:v>
                  </c:pt>
                  <c:pt idx="3">
                    <c:v>Cameron Garcia</c:v>
                  </c:pt>
                  <c:pt idx="4">
                    <c:v>Mia Taylor</c:v>
                  </c:pt>
                </c:lvl>
                <c:lvl>
                  <c:pt idx="0">
                    <c:v>A0014</c:v>
                  </c:pt>
                  <c:pt idx="1">
                    <c:v>A0019</c:v>
                  </c:pt>
                  <c:pt idx="2">
                    <c:v>A0002</c:v>
                  </c:pt>
                  <c:pt idx="3">
                    <c:v>A0043</c:v>
                  </c:pt>
                  <c:pt idx="4">
                    <c:v>A0009</c:v>
                  </c:pt>
                </c:lvl>
              </c:multiLvlStrCache>
            </c:multiLvlStrRef>
          </c:cat>
          <c:val>
            <c:numRef>
              <c:f>MySQL26!$C$2:$C$6</c:f>
              <c:numCache>
                <c:formatCode>General</c:formatCode>
                <c:ptCount val="5"/>
                <c:pt idx="0">
                  <c:v>4.9000000000000004</c:v>
                </c:pt>
                <c:pt idx="1">
                  <c:v>3</c:v>
                </c:pt>
                <c:pt idx="2">
                  <c:v>1.5</c:v>
                </c:pt>
                <c:pt idx="3">
                  <c:v>1</c:v>
                </c:pt>
                <c:pt idx="4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F5-46C8-93C6-91EEE2892200}"/>
            </c:ext>
          </c:extLst>
        </c:ser>
        <c:ser>
          <c:idx val="1"/>
          <c:order val="1"/>
          <c:tx>
            <c:strRef>
              <c:f>MySQL26!$D$1</c:f>
              <c:strCache>
                <c:ptCount val="1"/>
                <c:pt idx="0">
                  <c:v>avg_rating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MySQL26!$A$2:$B$6</c:f>
              <c:multiLvlStrCache>
                <c:ptCount val="5"/>
                <c:lvl>
                  <c:pt idx="0">
                    <c:v>Taylor Garcia</c:v>
                  </c:pt>
                  <c:pt idx="1">
                    <c:v>Jamie Lopez</c:v>
                  </c:pt>
                  <c:pt idx="2">
                    <c:v>Noah Moore</c:v>
                  </c:pt>
                  <c:pt idx="3">
                    <c:v>Cameron Garcia</c:v>
                  </c:pt>
                  <c:pt idx="4">
                    <c:v>Mia Taylor</c:v>
                  </c:pt>
                </c:lvl>
                <c:lvl>
                  <c:pt idx="0">
                    <c:v>A0014</c:v>
                  </c:pt>
                  <c:pt idx="1">
                    <c:v>A0019</c:v>
                  </c:pt>
                  <c:pt idx="2">
                    <c:v>A0002</c:v>
                  </c:pt>
                  <c:pt idx="3">
                    <c:v>A0043</c:v>
                  </c:pt>
                  <c:pt idx="4">
                    <c:v>A0009</c:v>
                  </c:pt>
                </c:lvl>
              </c:multiLvlStrCache>
            </c:multiLvlStrRef>
          </c:cat>
          <c:val>
            <c:numRef>
              <c:f>MySQL26!$D$2:$D$6</c:f>
              <c:numCache>
                <c:formatCode>General</c:formatCode>
                <c:ptCount val="5"/>
                <c:pt idx="0">
                  <c:v>4.2</c:v>
                </c:pt>
                <c:pt idx="1">
                  <c:v>5</c:v>
                </c:pt>
                <c:pt idx="2">
                  <c:v>4.5999999999999996</c:v>
                </c:pt>
                <c:pt idx="3">
                  <c:v>4.2</c:v>
                </c:pt>
                <c:pt idx="4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F5-46C8-93C6-91EEE2892200}"/>
            </c:ext>
          </c:extLst>
        </c:ser>
        <c:ser>
          <c:idx val="2"/>
          <c:order val="2"/>
          <c:tx>
            <c:strRef>
              <c:f>MySQL26!$E$1</c:f>
              <c:strCache>
                <c:ptCount val="1"/>
                <c:pt idx="0">
                  <c:v>on_time_pct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MySQL26!$A$2:$B$6</c:f>
              <c:multiLvlStrCache>
                <c:ptCount val="5"/>
                <c:lvl>
                  <c:pt idx="0">
                    <c:v>Taylor Garcia</c:v>
                  </c:pt>
                  <c:pt idx="1">
                    <c:v>Jamie Lopez</c:v>
                  </c:pt>
                  <c:pt idx="2">
                    <c:v>Noah Moore</c:v>
                  </c:pt>
                  <c:pt idx="3">
                    <c:v>Cameron Garcia</c:v>
                  </c:pt>
                  <c:pt idx="4">
                    <c:v>Mia Taylor</c:v>
                  </c:pt>
                </c:lvl>
                <c:lvl>
                  <c:pt idx="0">
                    <c:v>A0014</c:v>
                  </c:pt>
                  <c:pt idx="1">
                    <c:v>A0019</c:v>
                  </c:pt>
                  <c:pt idx="2">
                    <c:v>A0002</c:v>
                  </c:pt>
                  <c:pt idx="3">
                    <c:v>A0043</c:v>
                  </c:pt>
                  <c:pt idx="4">
                    <c:v>A0009</c:v>
                  </c:pt>
                </c:lvl>
              </c:multiLvlStrCache>
            </c:multiLvlStrRef>
          </c:cat>
          <c:val>
            <c:numRef>
              <c:f>MySQL26!$E$2:$E$6</c:f>
              <c:numCache>
                <c:formatCode>General</c:formatCode>
                <c:ptCount val="5"/>
                <c:pt idx="0">
                  <c:v>23.81</c:v>
                </c:pt>
                <c:pt idx="1">
                  <c:v>21.74</c:v>
                </c:pt>
                <c:pt idx="2">
                  <c:v>20</c:v>
                </c:pt>
                <c:pt idx="3">
                  <c:v>18.75</c:v>
                </c:pt>
                <c:pt idx="4">
                  <c:v>17.39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F5-46C8-93C6-91EEE28922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3786911"/>
        <c:axId val="123787391"/>
      </c:barChart>
      <c:catAx>
        <c:axId val="123786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787391"/>
        <c:crosses val="autoZero"/>
        <c:auto val="1"/>
        <c:lblAlgn val="ctr"/>
        <c:lblOffset val="100"/>
        <c:noMultiLvlLbl val="0"/>
      </c:catAx>
      <c:valAx>
        <c:axId val="123787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786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Bottom 5 Agents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MySQL27!$C$1</c:f>
              <c:strCache>
                <c:ptCount val="1"/>
                <c:pt idx="0">
                  <c:v>experience_years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MySQL27!$A$2:$B$6</c:f>
              <c:multiLvlStrCache>
                <c:ptCount val="5"/>
                <c:lvl>
                  <c:pt idx="0">
                    <c:v>Elliot Rodriguez</c:v>
                  </c:pt>
                  <c:pt idx="1">
                    <c:v>Reese Brown</c:v>
                  </c:pt>
                  <c:pt idx="2">
                    <c:v>Elliot Brown</c:v>
                  </c:pt>
                  <c:pt idx="3">
                    <c:v>Reese Martinez</c:v>
                  </c:pt>
                  <c:pt idx="4">
                    <c:v>Jamie Martinez</c:v>
                  </c:pt>
                </c:lvl>
                <c:lvl>
                  <c:pt idx="0">
                    <c:v>A0003</c:v>
                  </c:pt>
                  <c:pt idx="1">
                    <c:v>A0041</c:v>
                  </c:pt>
                  <c:pt idx="2">
                    <c:v>A0013</c:v>
                  </c:pt>
                  <c:pt idx="3">
                    <c:v>A0022</c:v>
                  </c:pt>
                  <c:pt idx="4">
                    <c:v>A0020</c:v>
                  </c:pt>
                </c:lvl>
              </c:multiLvlStrCache>
            </c:multiLvlStrRef>
          </c:cat>
          <c:val>
            <c:numRef>
              <c:f>MySQL27!$C$2:$C$6</c:f>
              <c:numCache>
                <c:formatCode>General</c:formatCode>
                <c:ptCount val="5"/>
                <c:pt idx="0">
                  <c:v>9.1999999999999993</c:v>
                </c:pt>
                <c:pt idx="1">
                  <c:v>0</c:v>
                </c:pt>
                <c:pt idx="2">
                  <c:v>0</c:v>
                </c:pt>
                <c:pt idx="3">
                  <c:v>2.6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5C-4E2A-9448-73A64A09793E}"/>
            </c:ext>
          </c:extLst>
        </c:ser>
        <c:ser>
          <c:idx val="1"/>
          <c:order val="1"/>
          <c:tx>
            <c:strRef>
              <c:f>MySQL27!$D$1</c:f>
              <c:strCache>
                <c:ptCount val="1"/>
                <c:pt idx="0">
                  <c:v>avg_rating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MySQL27!$A$2:$B$6</c:f>
              <c:multiLvlStrCache>
                <c:ptCount val="5"/>
                <c:lvl>
                  <c:pt idx="0">
                    <c:v>Elliot Rodriguez</c:v>
                  </c:pt>
                  <c:pt idx="1">
                    <c:v>Reese Brown</c:v>
                  </c:pt>
                  <c:pt idx="2">
                    <c:v>Elliot Brown</c:v>
                  </c:pt>
                  <c:pt idx="3">
                    <c:v>Reese Martinez</c:v>
                  </c:pt>
                  <c:pt idx="4">
                    <c:v>Jamie Martinez</c:v>
                  </c:pt>
                </c:lvl>
                <c:lvl>
                  <c:pt idx="0">
                    <c:v>A0003</c:v>
                  </c:pt>
                  <c:pt idx="1">
                    <c:v>A0041</c:v>
                  </c:pt>
                  <c:pt idx="2">
                    <c:v>A0013</c:v>
                  </c:pt>
                  <c:pt idx="3">
                    <c:v>A0022</c:v>
                  </c:pt>
                  <c:pt idx="4">
                    <c:v>A0020</c:v>
                  </c:pt>
                </c:lvl>
              </c:multiLvlStrCache>
            </c:multiLvlStrRef>
          </c:cat>
          <c:val>
            <c:numRef>
              <c:f>MySQL27!$D$2:$D$6</c:f>
              <c:numCache>
                <c:formatCode>General</c:formatCode>
                <c:ptCount val="5"/>
                <c:pt idx="0">
                  <c:v>4.5</c:v>
                </c:pt>
                <c:pt idx="1">
                  <c:v>4.5</c:v>
                </c:pt>
                <c:pt idx="2">
                  <c:v>4.4000000000000004</c:v>
                </c:pt>
                <c:pt idx="3">
                  <c:v>4.3</c:v>
                </c:pt>
                <c:pt idx="4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5C-4E2A-9448-73A64A09793E}"/>
            </c:ext>
          </c:extLst>
        </c:ser>
        <c:ser>
          <c:idx val="2"/>
          <c:order val="2"/>
          <c:tx>
            <c:strRef>
              <c:f>MySQL27!$E$1</c:f>
              <c:strCache>
                <c:ptCount val="1"/>
                <c:pt idx="0">
                  <c:v>on_time_pct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MySQL27!$A$2:$B$6</c:f>
              <c:multiLvlStrCache>
                <c:ptCount val="5"/>
                <c:lvl>
                  <c:pt idx="0">
                    <c:v>Elliot Rodriguez</c:v>
                  </c:pt>
                  <c:pt idx="1">
                    <c:v>Reese Brown</c:v>
                  </c:pt>
                  <c:pt idx="2">
                    <c:v>Elliot Brown</c:v>
                  </c:pt>
                  <c:pt idx="3">
                    <c:v>Reese Martinez</c:v>
                  </c:pt>
                  <c:pt idx="4">
                    <c:v>Jamie Martinez</c:v>
                  </c:pt>
                </c:lvl>
                <c:lvl>
                  <c:pt idx="0">
                    <c:v>A0003</c:v>
                  </c:pt>
                  <c:pt idx="1">
                    <c:v>A0041</c:v>
                  </c:pt>
                  <c:pt idx="2">
                    <c:v>A0013</c:v>
                  </c:pt>
                  <c:pt idx="3">
                    <c:v>A0022</c:v>
                  </c:pt>
                  <c:pt idx="4">
                    <c:v>A0020</c:v>
                  </c:pt>
                </c:lvl>
              </c:multiLvlStrCache>
            </c:multiLvlStrRef>
          </c:cat>
          <c:val>
            <c:numRef>
              <c:f>MySQL27!$E$2:$E$6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D5C-4E2A-9448-73A64A0979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1614655"/>
        <c:axId val="1661615135"/>
      </c:barChart>
      <c:catAx>
        <c:axId val="1661614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1615135"/>
        <c:crosses val="autoZero"/>
        <c:auto val="1"/>
        <c:lblAlgn val="ctr"/>
        <c:lblOffset val="100"/>
        <c:noMultiLvlLbl val="0"/>
      </c:catAx>
      <c:valAx>
        <c:axId val="1661615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1614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[MySQL29.csv]Sheet2!PivotTable22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Routes Where Majority of Shipments are "In Transit" or "Returned"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Sheet2!$A$4:$A$23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Sheet2!$B$4:$B$23</c:f>
              <c:numCache>
                <c:formatCode>General</c:formatCode>
                <c:ptCount val="20"/>
                <c:pt idx="0">
                  <c:v>3</c:v>
                </c:pt>
                <c:pt idx="1">
                  <c:v>7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7</c:v>
                </c:pt>
                <c:pt idx="6">
                  <c:v>5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1</c:v>
                </c:pt>
                <c:pt idx="11">
                  <c:v>6</c:v>
                </c:pt>
                <c:pt idx="12">
                  <c:v>9</c:v>
                </c:pt>
                <c:pt idx="13">
                  <c:v>4</c:v>
                </c:pt>
                <c:pt idx="14">
                  <c:v>5</c:v>
                </c:pt>
                <c:pt idx="15">
                  <c:v>7</c:v>
                </c:pt>
                <c:pt idx="16">
                  <c:v>7</c:v>
                </c:pt>
                <c:pt idx="17">
                  <c:v>11</c:v>
                </c:pt>
                <c:pt idx="18">
                  <c:v>4</c:v>
                </c:pt>
                <c:pt idx="1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62-474B-B0EA-13E849A72B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4742799"/>
        <c:axId val="244745199"/>
      </c:barChart>
      <c:catAx>
        <c:axId val="244742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745199"/>
        <c:crosses val="autoZero"/>
        <c:auto val="1"/>
        <c:lblAlgn val="ctr"/>
        <c:lblOffset val="100"/>
        <c:noMultiLvlLbl val="0"/>
      </c:catAx>
      <c:valAx>
        <c:axId val="244745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4742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Most Frequent Delay Reasons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MySQL30!$B$1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MySQL30!$A$2:$A$5</c:f>
              <c:strCache>
                <c:ptCount val="4"/>
                <c:pt idx="0">
                  <c:v>Traffic</c:v>
                </c:pt>
                <c:pt idx="1">
                  <c:v>Weather</c:v>
                </c:pt>
                <c:pt idx="2">
                  <c:v>Technical Issue</c:v>
                </c:pt>
                <c:pt idx="3">
                  <c:v>None</c:v>
                </c:pt>
              </c:strCache>
            </c:strRef>
          </c:cat>
          <c:val>
            <c:numRef>
              <c:f>MySQL30!$B$2:$B$5</c:f>
              <c:numCache>
                <c:formatCode>General</c:formatCode>
                <c:ptCount val="4"/>
                <c:pt idx="0">
                  <c:v>486</c:v>
                </c:pt>
                <c:pt idx="1">
                  <c:v>293</c:v>
                </c:pt>
                <c:pt idx="2">
                  <c:v>168</c:v>
                </c:pt>
                <c:pt idx="3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81-4E81-9C3B-EDF82E7A5F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1043824"/>
        <c:axId val="1191028464"/>
      </c:barChart>
      <c:catAx>
        <c:axId val="1191043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1028464"/>
        <c:crosses val="autoZero"/>
        <c:auto val="1"/>
        <c:lblAlgn val="ctr"/>
        <c:lblOffset val="100"/>
        <c:noMultiLvlLbl val="0"/>
      </c:catAx>
      <c:valAx>
        <c:axId val="119102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1043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 Average Delivery Delay per Source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MySQL32!$B$1</c:f>
              <c:strCache>
                <c:ptCount val="1"/>
                <c:pt idx="0">
                  <c:v>avg_delivery_delay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MySQL32!$A$2:$A$18</c:f>
              <c:strCache>
                <c:ptCount val="17"/>
                <c:pt idx="0">
                  <c:v>UAE</c:v>
                </c:pt>
                <c:pt idx="1">
                  <c:v>Turkey</c:v>
                </c:pt>
                <c:pt idx="2">
                  <c:v>China</c:v>
                </c:pt>
                <c:pt idx="3">
                  <c:v>Singapore</c:v>
                </c:pt>
                <c:pt idx="4">
                  <c:v>UK</c:v>
                </c:pt>
                <c:pt idx="5">
                  <c:v>France</c:v>
                </c:pt>
                <c:pt idx="6">
                  <c:v>Brazil</c:v>
                </c:pt>
                <c:pt idx="7">
                  <c:v>South Korea</c:v>
                </c:pt>
                <c:pt idx="8">
                  <c:v>Spain</c:v>
                </c:pt>
                <c:pt idx="9">
                  <c:v>USA</c:v>
                </c:pt>
                <c:pt idx="10">
                  <c:v>Netherlands</c:v>
                </c:pt>
                <c:pt idx="11">
                  <c:v>Belgium</c:v>
                </c:pt>
                <c:pt idx="12">
                  <c:v>Germany</c:v>
                </c:pt>
                <c:pt idx="13">
                  <c:v>South Africa</c:v>
                </c:pt>
                <c:pt idx="14">
                  <c:v>Australia</c:v>
                </c:pt>
                <c:pt idx="15">
                  <c:v>Japan</c:v>
                </c:pt>
                <c:pt idx="16">
                  <c:v>Canada</c:v>
                </c:pt>
              </c:strCache>
            </c:strRef>
          </c:cat>
          <c:val>
            <c:numRef>
              <c:f>MySQL32!$B$2:$B$18</c:f>
              <c:numCache>
                <c:formatCode>General</c:formatCode>
                <c:ptCount val="17"/>
                <c:pt idx="0">
                  <c:v>41.04</c:v>
                </c:pt>
                <c:pt idx="1">
                  <c:v>32.799999999999997</c:v>
                </c:pt>
                <c:pt idx="2">
                  <c:v>32.53</c:v>
                </c:pt>
                <c:pt idx="3">
                  <c:v>32.18</c:v>
                </c:pt>
                <c:pt idx="4">
                  <c:v>29.86</c:v>
                </c:pt>
                <c:pt idx="5">
                  <c:v>25.88</c:v>
                </c:pt>
                <c:pt idx="6">
                  <c:v>25.83</c:v>
                </c:pt>
                <c:pt idx="7">
                  <c:v>20.97</c:v>
                </c:pt>
                <c:pt idx="8">
                  <c:v>19.27</c:v>
                </c:pt>
                <c:pt idx="9">
                  <c:v>16.95</c:v>
                </c:pt>
                <c:pt idx="10">
                  <c:v>15.19</c:v>
                </c:pt>
                <c:pt idx="11">
                  <c:v>14.89</c:v>
                </c:pt>
                <c:pt idx="12">
                  <c:v>14.01</c:v>
                </c:pt>
                <c:pt idx="13">
                  <c:v>13.91</c:v>
                </c:pt>
                <c:pt idx="14">
                  <c:v>13.89</c:v>
                </c:pt>
                <c:pt idx="15">
                  <c:v>11.95</c:v>
                </c:pt>
                <c:pt idx="16">
                  <c:v>9.7200000000000006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BC-426D-9C07-59BEF5A7E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78695039"/>
        <c:axId val="1278694559"/>
      </c:barChart>
      <c:catAx>
        <c:axId val="1278695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8694559"/>
        <c:crosses val="autoZero"/>
        <c:auto val="1"/>
        <c:lblAlgn val="ctr"/>
        <c:lblOffset val="100"/>
        <c:noMultiLvlLbl val="0"/>
      </c:catAx>
      <c:valAx>
        <c:axId val="1278694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8695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On-Time Delivery 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MySQL33!$A$1</c:f>
              <c:strCache>
                <c:ptCount val="1"/>
                <c:pt idx="0">
                  <c:v>on_time_delivery_percentage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MySQL33!$A$2</c:f>
              <c:numCache>
                <c:formatCode>General</c:formatCode>
                <c:ptCount val="1"/>
                <c:pt idx="0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D-46A0-8D6E-25EE65787A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2073023"/>
        <c:axId val="352089823"/>
      </c:barChart>
      <c:catAx>
        <c:axId val="352073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2089823"/>
        <c:crosses val="autoZero"/>
        <c:auto val="1"/>
        <c:lblAlgn val="ctr"/>
        <c:lblOffset val="100"/>
        <c:noMultiLvlLbl val="0"/>
      </c:catAx>
      <c:valAx>
        <c:axId val="35208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2073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 Delay per Route (In</a:t>
            </a:r>
            <a:r>
              <a:rPr lang="en-US" baseline="0" dirty="0"/>
              <a:t> Hours)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MySQL34!$B$1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MySQL34!$A$2:$A$21</c:f>
              <c:strCache>
                <c:ptCount val="2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  <c:pt idx="10">
                  <c:v>R010</c:v>
                </c:pt>
                <c:pt idx="11">
                  <c:v>R017</c:v>
                </c:pt>
                <c:pt idx="12">
                  <c:v>R015</c:v>
                </c:pt>
                <c:pt idx="13">
                  <c:v>R016</c:v>
                </c:pt>
                <c:pt idx="14">
                  <c:v>R006</c:v>
                </c:pt>
                <c:pt idx="15">
                  <c:v>R019</c:v>
                </c:pt>
                <c:pt idx="16">
                  <c:v>R012</c:v>
                </c:pt>
                <c:pt idx="17">
                  <c:v>R013</c:v>
                </c:pt>
                <c:pt idx="18">
                  <c:v>R009</c:v>
                </c:pt>
                <c:pt idx="19">
                  <c:v>R001</c:v>
                </c:pt>
              </c:strCache>
            </c:strRef>
          </c:cat>
          <c:val>
            <c:numRef>
              <c:f>MySQL34!$B$2:$B$21</c:f>
              <c:numCache>
                <c:formatCode>General</c:formatCode>
                <c:ptCount val="20"/>
                <c:pt idx="0">
                  <c:v>41.04</c:v>
                </c:pt>
                <c:pt idx="1">
                  <c:v>34.01</c:v>
                </c:pt>
                <c:pt idx="2">
                  <c:v>32.799999999999997</c:v>
                </c:pt>
                <c:pt idx="3">
                  <c:v>32.18</c:v>
                </c:pt>
                <c:pt idx="4">
                  <c:v>30.81</c:v>
                </c:pt>
                <c:pt idx="5">
                  <c:v>29.86</c:v>
                </c:pt>
                <c:pt idx="6">
                  <c:v>25.88</c:v>
                </c:pt>
                <c:pt idx="7">
                  <c:v>25.83</c:v>
                </c:pt>
                <c:pt idx="8">
                  <c:v>22.64</c:v>
                </c:pt>
                <c:pt idx="9">
                  <c:v>20.97</c:v>
                </c:pt>
                <c:pt idx="10">
                  <c:v>20.25</c:v>
                </c:pt>
                <c:pt idx="11">
                  <c:v>19.27</c:v>
                </c:pt>
                <c:pt idx="12">
                  <c:v>15.19</c:v>
                </c:pt>
                <c:pt idx="13">
                  <c:v>14.89</c:v>
                </c:pt>
                <c:pt idx="14">
                  <c:v>14.01</c:v>
                </c:pt>
                <c:pt idx="15">
                  <c:v>13.91</c:v>
                </c:pt>
                <c:pt idx="16">
                  <c:v>13.89</c:v>
                </c:pt>
                <c:pt idx="17">
                  <c:v>11.95</c:v>
                </c:pt>
                <c:pt idx="18">
                  <c:v>9.7200000000000006</c:v>
                </c:pt>
                <c:pt idx="19">
                  <c:v>6.83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52-4BF8-85BF-6EFD32212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1881583"/>
        <c:axId val="1411883983"/>
      </c:barChart>
      <c:catAx>
        <c:axId val="1411881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1883983"/>
        <c:crosses val="autoZero"/>
        <c:auto val="1"/>
        <c:lblAlgn val="ctr"/>
        <c:lblOffset val="100"/>
        <c:noMultiLvlLbl val="0"/>
      </c:catAx>
      <c:valAx>
        <c:axId val="1411883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1881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Warehouse Utilization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MySQL35!$B$1</c:f>
              <c:strCache>
                <c:ptCount val="1"/>
                <c:pt idx="0">
                  <c:v>capacity_per_day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MySQL35!$A$2:$A$11</c:f>
              <c:strCache>
                <c:ptCount val="10"/>
                <c:pt idx="0">
                  <c:v>W010</c:v>
                </c:pt>
                <c:pt idx="1">
                  <c:v>W005</c:v>
                </c:pt>
                <c:pt idx="2">
                  <c:v>W002</c:v>
                </c:pt>
                <c:pt idx="3">
                  <c:v>W004</c:v>
                </c:pt>
                <c:pt idx="4">
                  <c:v>W008</c:v>
                </c:pt>
                <c:pt idx="5">
                  <c:v>W006</c:v>
                </c:pt>
                <c:pt idx="6">
                  <c:v>W007</c:v>
                </c:pt>
                <c:pt idx="7">
                  <c:v>W003</c:v>
                </c:pt>
                <c:pt idx="8">
                  <c:v>W001</c:v>
                </c:pt>
                <c:pt idx="9">
                  <c:v>W009</c:v>
                </c:pt>
              </c:strCache>
            </c:strRef>
          </c:cat>
          <c:val>
            <c:numRef>
              <c:f>MySQL35!$B$2:$B$11</c:f>
              <c:numCache>
                <c:formatCode>General</c:formatCode>
                <c:ptCount val="10"/>
                <c:pt idx="0">
                  <c:v>1000</c:v>
                </c:pt>
                <c:pt idx="1">
                  <c:v>1000</c:v>
                </c:pt>
                <c:pt idx="2">
                  <c:v>1500</c:v>
                </c:pt>
                <c:pt idx="3">
                  <c:v>1500</c:v>
                </c:pt>
                <c:pt idx="4">
                  <c:v>2500</c:v>
                </c:pt>
                <c:pt idx="5">
                  <c:v>2500</c:v>
                </c:pt>
                <c:pt idx="6">
                  <c:v>2500</c:v>
                </c:pt>
                <c:pt idx="7">
                  <c:v>3000</c:v>
                </c:pt>
                <c:pt idx="8">
                  <c:v>3000</c:v>
                </c:pt>
                <c:pt idx="9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03-4BF9-9D23-754047001E67}"/>
            </c:ext>
          </c:extLst>
        </c:ser>
        <c:ser>
          <c:idx val="1"/>
          <c:order val="1"/>
          <c:tx>
            <c:strRef>
              <c:f>MySQL35!$C$1</c:f>
              <c:strCache>
                <c:ptCount val="1"/>
                <c:pt idx="0">
                  <c:v>shipments_handled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MySQL35!$A$2:$A$11</c:f>
              <c:strCache>
                <c:ptCount val="10"/>
                <c:pt idx="0">
                  <c:v>W010</c:v>
                </c:pt>
                <c:pt idx="1">
                  <c:v>W005</c:v>
                </c:pt>
                <c:pt idx="2">
                  <c:v>W002</c:v>
                </c:pt>
                <c:pt idx="3">
                  <c:v>W004</c:v>
                </c:pt>
                <c:pt idx="4">
                  <c:v>W008</c:v>
                </c:pt>
                <c:pt idx="5">
                  <c:v>W006</c:v>
                </c:pt>
                <c:pt idx="6">
                  <c:v>W007</c:v>
                </c:pt>
                <c:pt idx="7">
                  <c:v>W003</c:v>
                </c:pt>
                <c:pt idx="8">
                  <c:v>W001</c:v>
                </c:pt>
                <c:pt idx="9">
                  <c:v>W009</c:v>
                </c:pt>
              </c:strCache>
            </c:strRef>
          </c:cat>
          <c:val>
            <c:numRef>
              <c:f>MySQL35!$C$2:$C$11</c:f>
              <c:numCache>
                <c:formatCode>General</c:formatCode>
                <c:ptCount val="10"/>
                <c:pt idx="0">
                  <c:v>103</c:v>
                </c:pt>
                <c:pt idx="1">
                  <c:v>102</c:v>
                </c:pt>
                <c:pt idx="2">
                  <c:v>97</c:v>
                </c:pt>
                <c:pt idx="3">
                  <c:v>90</c:v>
                </c:pt>
                <c:pt idx="4">
                  <c:v>112</c:v>
                </c:pt>
                <c:pt idx="5">
                  <c:v>99</c:v>
                </c:pt>
                <c:pt idx="6">
                  <c:v>96</c:v>
                </c:pt>
                <c:pt idx="7">
                  <c:v>107</c:v>
                </c:pt>
                <c:pt idx="8">
                  <c:v>103</c:v>
                </c:pt>
                <c:pt idx="9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03-4BF9-9D23-754047001E67}"/>
            </c:ext>
          </c:extLst>
        </c:ser>
        <c:ser>
          <c:idx val="2"/>
          <c:order val="2"/>
          <c:tx>
            <c:strRef>
              <c:f>MySQL35!$D$1</c:f>
              <c:strCache>
                <c:ptCount val="1"/>
                <c:pt idx="0">
                  <c:v>utilization_percentage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MySQL35!$A$2:$A$11</c:f>
              <c:strCache>
                <c:ptCount val="10"/>
                <c:pt idx="0">
                  <c:v>W010</c:v>
                </c:pt>
                <c:pt idx="1">
                  <c:v>W005</c:v>
                </c:pt>
                <c:pt idx="2">
                  <c:v>W002</c:v>
                </c:pt>
                <c:pt idx="3">
                  <c:v>W004</c:v>
                </c:pt>
                <c:pt idx="4">
                  <c:v>W008</c:v>
                </c:pt>
                <c:pt idx="5">
                  <c:v>W006</c:v>
                </c:pt>
                <c:pt idx="6">
                  <c:v>W007</c:v>
                </c:pt>
                <c:pt idx="7">
                  <c:v>W003</c:v>
                </c:pt>
                <c:pt idx="8">
                  <c:v>W001</c:v>
                </c:pt>
                <c:pt idx="9">
                  <c:v>W009</c:v>
                </c:pt>
              </c:strCache>
            </c:strRef>
          </c:cat>
          <c:val>
            <c:numRef>
              <c:f>MySQL35!$D$2:$D$11</c:f>
              <c:numCache>
                <c:formatCode>General</c:formatCode>
                <c:ptCount val="10"/>
                <c:pt idx="0">
                  <c:v>10.3</c:v>
                </c:pt>
                <c:pt idx="1">
                  <c:v>10.199999999999999</c:v>
                </c:pt>
                <c:pt idx="2">
                  <c:v>6.47</c:v>
                </c:pt>
                <c:pt idx="3">
                  <c:v>6</c:v>
                </c:pt>
                <c:pt idx="4">
                  <c:v>4.4800000000000004</c:v>
                </c:pt>
                <c:pt idx="5">
                  <c:v>3.96</c:v>
                </c:pt>
                <c:pt idx="6">
                  <c:v>3.84</c:v>
                </c:pt>
                <c:pt idx="7">
                  <c:v>3.57</c:v>
                </c:pt>
                <c:pt idx="8">
                  <c:v>3.43</c:v>
                </c:pt>
                <c:pt idx="9">
                  <c:v>3.03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03-4BF9-9D23-754047001E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4868767"/>
        <c:axId val="1874869247"/>
      </c:barChart>
      <c:catAx>
        <c:axId val="1874868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4869247"/>
        <c:crosses val="autoZero"/>
        <c:auto val="1"/>
        <c:lblAlgn val="ctr"/>
        <c:lblOffset val="100"/>
        <c:noMultiLvlLbl val="0"/>
      </c:catAx>
      <c:valAx>
        <c:axId val="1874869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4868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B_A30531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BAB79C-EE88-45FE-9A47-EB5B037B2910}" authorId="{B3256916-ED62-52C8-2319-01D97F157F12}" created="2026-06-07T18:07:02.379">
    <pc:sldMkLst xmlns:pc="http://schemas.microsoft.com/office/powerpoint/2013/main/command">
      <pc:docMk/>
      <pc:sldMk cId="2735026454" sldId="267"/>
    </pc:sldMkLst>
    <p188:txBody>
      <a:bodyPr/>
      <a:lstStyle/>
      <a:p>
        <a:r>
          <a:rPr lang="en-US"/>
          <a:t>Task 5 :  Delivery Agent Performance </a:t>
        </a:r>
      </a:p>
    </p188:txBody>
  </p188:cm>
</p188:cmLst>
</file>

<file path=ppt/comments/modernComment_10D_5E13ED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D2A35B6-0C21-47E7-8F5C-71441B8D4F13}" authorId="{B3256916-ED62-52C8-2319-01D97F157F12}" created="2026-06-07T18:09:05.906">
    <pc:sldMkLst xmlns:pc="http://schemas.microsoft.com/office/powerpoint/2013/main/command">
      <pc:docMk/>
      <pc:sldMk cId="1578364196" sldId="269"/>
    </pc:sldMkLst>
    <p188:txBody>
      <a:bodyPr/>
      <a:lstStyle/>
      <a:p>
        <a:r>
          <a:rPr lang="en-US"/>
          <a:t>Task 6 : Shipment Tracking Analytics</a:t>
        </a:r>
      </a:p>
    </p188:txBody>
  </p188:cm>
</p188:cmLst>
</file>

<file path=ppt/comments/modernComment_10F_848447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F62C8E-7FFB-4E17-9DBC-582FF21CB52E}" authorId="{B3256916-ED62-52C8-2319-01D97F157F12}" created="2026-06-07T18:14:28.397">
    <pc:sldMkLst xmlns:pc="http://schemas.microsoft.com/office/powerpoint/2013/main/command">
      <pc:docMk/>
      <pc:sldMk cId="2223261533" sldId="271"/>
    </pc:sldMkLst>
    <p188:txBody>
      <a:bodyPr/>
      <a:lstStyle/>
      <a:p>
        <a:r>
          <a:rPr lang="en-US"/>
          <a:t>Task 7 : Advanced KPI Reporting</a:t>
        </a:r>
      </a:p>
    </p188:txBody>
  </p188:cm>
</p188:cmLst>
</file>

<file path=ppt/comments/modernComment_100_3BEF6F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AA99C0-47DB-470A-BA46-7EE6A50D253E}" authorId="{B3256916-ED62-52C8-2319-01D97F157F12}" created="2026-06-07T18:03:25.573">
    <pc:sldMkLst xmlns:pc="http://schemas.microsoft.com/office/powerpoint/2013/main/command">
      <pc:docMk/>
      <pc:sldMk cId="1005547357" sldId="256"/>
    </pc:sldMkLst>
    <p188:txBody>
      <a:bodyPr/>
      <a:lstStyle/>
      <a:p>
        <a:r>
          <a:rPr lang="en-US"/>
          <a:t>Task 1 :  Data Cleaning &amp; Preparation </a:t>
        </a:r>
      </a:p>
    </p188:txBody>
  </p188:cm>
</p188:cmLst>
</file>

<file path=ppt/comments/modernComment_104_57C509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706231-DCE1-4EC2-A960-6DE76270D939}" authorId="{B3256916-ED62-52C8-2319-01D97F157F12}" created="2026-06-07T18:04:19.077">
    <pc:sldMkLst xmlns:pc="http://schemas.microsoft.com/office/powerpoint/2013/main/command">
      <pc:docMk/>
      <pc:sldMk cId="1472530731" sldId="260"/>
    </pc:sldMkLst>
    <p188:txBody>
      <a:bodyPr/>
      <a:lstStyle/>
      <a:p>
        <a:r>
          <a:rPr lang="en-US"/>
          <a:t>Task 2 : Delivery Delay Analysis</a:t>
        </a:r>
      </a:p>
    </p188:txBody>
  </p188:cm>
</p188:cmLst>
</file>

<file path=ppt/comments/modernComment_106_EA256E4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755DCD-EEBD-4338-9B71-EC4F6DB0D0C0}" authorId="{B3256916-ED62-52C8-2319-01D97F157F12}" created="2026-06-07T18:05:33.512">
    <pc:sldMkLst xmlns:pc="http://schemas.microsoft.com/office/powerpoint/2013/main/command">
      <pc:docMk/>
      <pc:sldMk cId="3928321611" sldId="262"/>
    </pc:sldMkLst>
    <p188:txBody>
      <a:bodyPr/>
      <a:lstStyle/>
      <a:p>
        <a:r>
          <a:rPr lang="en-US"/>
          <a:t>Task 3 : Route Optimization Insights</a:t>
        </a:r>
      </a:p>
    </p188:txBody>
  </p188:cm>
</p188:cmLst>
</file>

<file path=ppt/comments/modernComment_109_107F2B8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8449BB-91C4-493F-BC2B-0A789287ED72}" authorId="{B3256916-ED62-52C8-2319-01D97F157F12}" created="2026-06-07T18:06:34.816">
    <pc:sldMkLst xmlns:pc="http://schemas.microsoft.com/office/powerpoint/2013/main/command">
      <pc:docMk/>
      <pc:sldMk cId="276769667" sldId="265"/>
    </pc:sldMkLst>
    <p188:txBody>
      <a:bodyPr/>
      <a:lstStyle/>
      <a:p>
        <a:r>
          <a:rPr lang="en-US"/>
          <a:t>Task 4 : Warehouse Performance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B49B-BA9D-EC6E-C4C3-AF749027D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400E8-9AB7-4FA2-849F-104A2E430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E09B4-654A-B9A8-9B99-B6DED3DC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A97FB-ECCE-A571-1E03-E5DF7ECE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476A2-98C1-E591-AD6E-C0070E94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3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433E5-0831-F2E2-2DCF-91257910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A12DE-962D-A01A-8343-66F6C77A4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BE227-4077-6221-E7AF-2B813D3BC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99771-96FA-E0FB-86D9-DCAB3887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57268-2AEE-254A-4834-DF7ED55B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4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FA28-7375-A508-D3C8-EB3062E0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59AD5-B755-6CD7-4B32-AB522E01F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7F631-0088-BC63-2E3F-272AFE9B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65EC-2B71-9E6A-2D2D-E960E389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5D45F-AC7C-5ED9-9721-13C83B4D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2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45E93-DCB3-71E0-C18E-353BD379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F5FCE-6739-565E-F3FC-E82F1AF2B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FF795-F211-8D6A-96D9-202E9499C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0B850-ABB5-EF2A-76F6-184AB0C1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59F8F-92B3-E5F9-6A66-78D7785A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4A8C5-5C51-2153-043C-A113A346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9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99CE-6052-0004-4175-2A2FF5F1B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09082-97F7-08BC-31F3-062F264A9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F0CD9-20B5-A131-9E3F-6B90F0D29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F2FEC-C3C1-3381-5463-BE3C077B2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B372F-2355-232B-F92D-8F998414C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3DB290-D4EE-2E7C-F5E6-556B33C6D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8FAEFA-FE27-9177-03AB-9AFE74CC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894D2-681C-033D-0868-6725F4D6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4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E70-4B58-AC21-702C-D6C9DA849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07AB8-6A48-7F29-13B6-103935A1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EE688-9428-CDFB-54E1-ECB464ABD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A58BA-AA59-0182-3947-2B54EEB1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7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9DCCB-5D50-EBC8-8109-ABE085A1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78E2ED-73A1-7097-93E1-62671037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BA4B1-6519-9400-3CCF-5AE9220C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2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9704-D32B-C455-B533-BF84009D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F6EA2-F3B3-24D1-971E-F86D43CFA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EE990-200C-EF82-E9C9-190E7204B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114D1-E321-19DC-79CF-B507CB5B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FC163-9439-E4C2-2269-DABD7AB4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63450-3EB9-FCAB-C993-0D5FC7F0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3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428F-2BEB-58A6-F857-03218F09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FD1E2-929A-4EF3-A806-8B603780E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81E8-CCA6-EE56-BD8A-DE3E70A7F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C4477-0736-F346-EF6B-E246D4CE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E6531-4368-F757-BF24-9AFCA329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04385-EBE2-7815-3FB0-F1F1AD2D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6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F5232-2F17-2300-A6E5-D32BCE781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79852-06EB-2114-B7C6-2CE05DF14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0B39E-EE09-F57F-5CAE-F60661B9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8A5BD-6605-3292-13F1-6D39E089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E0B95-F461-F5BA-8025-3EA75D057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E7F894-C48A-9BCF-9972-6DB394DE6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1CA95-AD0C-BCF6-BFA6-A8892B08B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22D92-C605-2369-824A-EBA4BB31F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42FA1-1514-0EBD-8BE8-7781C16F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551CE-349E-E021-4188-D7870C0A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4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DAE0D8-47AA-E16A-01FF-BC9DFFA0E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37EFB-6001-6595-81B8-DA7942592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251CF-EA07-CA01-A9A4-3C9907BFC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E3158-5F5E-40AC-A05B-DEC8F0668B9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F1DC-F471-E764-80D5-C1711DC2A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87A84-06A5-B2C9-B6F5-58F410351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32348-0869-4485-8DEA-10505390C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2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14baacfa261c455baccc6a86de76c22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3BEF6F5D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04_57C5092B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6_EA256E4B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microsoft.com/office/2018/10/relationships/comments" Target="../comments/modernComment_109_107F2B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microsoft.com/office/2018/10/relationships/comments" Target="../comments/modernComment_10B_A30531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microsoft.com/office/2018/10/relationships/comments" Target="../comments/modernComment_10D_5E13ED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microsoft.com/office/2018/10/relationships/comments" Target="../comments/modernComment_10F_8484475D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BB3A-858E-5334-B922-4383A4C04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Logistics Optimization for Delivery Routes – FedEx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10F4A-272E-E3BD-08EC-7A6557AFA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85896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Name : Shantanu Dipak Manohar</a:t>
            </a:r>
          </a:p>
          <a:p>
            <a:r>
              <a:rPr lang="en-US" dirty="0"/>
              <a:t>Course : Data Science</a:t>
            </a:r>
          </a:p>
          <a:p>
            <a:r>
              <a:rPr lang="en-US" dirty="0"/>
              <a:t>Batch : 14 Feb </a:t>
            </a:r>
          </a:p>
          <a:p>
            <a:r>
              <a:rPr lang="en-US" dirty="0"/>
              <a:t>Project : FedEx SQL Project</a:t>
            </a:r>
          </a:p>
          <a:p>
            <a:r>
              <a:rPr lang="en-US" dirty="0"/>
              <a:t>Video Link : </a:t>
            </a:r>
            <a:r>
              <a:rPr lang="en-US" dirty="0">
                <a:hlinkClick r:id="rId2"/>
              </a:rPr>
              <a:t>https://www.loom.com/share/14baacfa261c455baccc6a86de76c227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7243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04968-F508-85E2-5D5A-023BD9454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3" y="49009"/>
            <a:ext cx="12123174" cy="1749988"/>
          </a:xfrm>
        </p:spPr>
        <p:txBody>
          <a:bodyPr>
            <a:normAutofit/>
          </a:bodyPr>
          <a:lstStyle/>
          <a:p>
            <a:r>
              <a:rPr lang="en-US" sz="4400" dirty="0"/>
              <a:t>Identify and delete duplicate </a:t>
            </a:r>
            <a:r>
              <a:rPr lang="en-US" sz="4400" dirty="0" err="1"/>
              <a:t>Order_ID</a:t>
            </a:r>
            <a:r>
              <a:rPr lang="en-US" sz="4400" dirty="0"/>
              <a:t> or </a:t>
            </a:r>
            <a:r>
              <a:rPr lang="en-US" sz="4400" dirty="0" err="1"/>
              <a:t>Shipment_ID</a:t>
            </a:r>
            <a:r>
              <a:rPr lang="en-US" sz="4400" dirty="0"/>
              <a:t> records.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35E292-D187-1413-D619-1247BC8C9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68" y="2290918"/>
            <a:ext cx="6419051" cy="4085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97F3A6-9974-A569-776C-78C392D1B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522" y="2501697"/>
            <a:ext cx="3000465" cy="1303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4C3422-B0B5-82C7-735D-BA741BB72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522" y="4724553"/>
            <a:ext cx="3000466" cy="122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473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64FB-E7A9-CEE6-4A7E-FCF68847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298C-FCC0-9121-486D-A89E476AE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3" y="337833"/>
            <a:ext cx="12123174" cy="1304000"/>
          </a:xfrm>
        </p:spPr>
        <p:txBody>
          <a:bodyPr>
            <a:noAutofit/>
          </a:bodyPr>
          <a:lstStyle/>
          <a:p>
            <a:r>
              <a:rPr lang="en-US" sz="4000" dirty="0"/>
              <a:t>Replace null or missing </a:t>
            </a:r>
            <a:r>
              <a:rPr lang="en-US" sz="4000" dirty="0" err="1"/>
              <a:t>Delay_Hours</a:t>
            </a:r>
            <a:r>
              <a:rPr lang="en-US" sz="4000" dirty="0"/>
              <a:t> values in the Shipments Table with the average delay for that </a:t>
            </a:r>
            <a:r>
              <a:rPr lang="en-US" sz="4000" dirty="0" err="1"/>
              <a:t>Route_ID</a:t>
            </a:r>
            <a:r>
              <a:rPr lang="en-US" sz="40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0CD375-C0B0-6135-B9A2-2BBFF0F70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038" y="1886967"/>
            <a:ext cx="3736258" cy="1207736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0E5ED6AB-48E4-E8D4-D699-6BF6CE74ECA1}"/>
              </a:ext>
            </a:extLst>
          </p:cNvPr>
          <p:cNvSpPr txBox="1">
            <a:spLocks/>
          </p:cNvSpPr>
          <p:nvPr/>
        </p:nvSpPr>
        <p:spPr>
          <a:xfrm>
            <a:off x="0" y="3111298"/>
            <a:ext cx="12123174" cy="1304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Ensure that no </a:t>
            </a:r>
            <a:r>
              <a:rPr lang="en-US" sz="4000" dirty="0" err="1"/>
              <a:t>Delivery_Date</a:t>
            </a:r>
            <a:r>
              <a:rPr lang="en-US" sz="4000" dirty="0"/>
              <a:t> occurs before </a:t>
            </a:r>
            <a:r>
              <a:rPr lang="en-US" sz="4000" dirty="0" err="1"/>
              <a:t>Pickup_Date</a:t>
            </a:r>
            <a:r>
              <a:rPr lang="en-US" sz="4000" dirty="0"/>
              <a:t> (flag such records).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7F2E8B-EDE9-DEE0-8437-1A55E80E7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038" y="4759303"/>
            <a:ext cx="3736258" cy="119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4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08ADF-889C-4335-DE4A-2CBCD871C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248F-2610-ECAD-A9AF-AB276E1A5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23174" cy="1304000"/>
          </a:xfrm>
        </p:spPr>
        <p:txBody>
          <a:bodyPr>
            <a:noAutofit/>
          </a:bodyPr>
          <a:lstStyle/>
          <a:p>
            <a:r>
              <a:rPr lang="en-US" sz="3600" dirty="0"/>
              <a:t>Calculate delivery delay (in hours) for each shipment using </a:t>
            </a:r>
            <a:r>
              <a:rPr lang="en-US" sz="3600" dirty="0" err="1"/>
              <a:t>Delivery_Date</a:t>
            </a:r>
            <a:r>
              <a:rPr lang="en-US" sz="3600" dirty="0"/>
              <a:t> – </a:t>
            </a:r>
            <a:r>
              <a:rPr lang="en-US" sz="3600" dirty="0" err="1"/>
              <a:t>Pickup_Date</a:t>
            </a:r>
            <a:r>
              <a:rPr lang="en-US" sz="36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E991CF-C7BE-E883-2483-AF4409E4B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9" y="1304001"/>
            <a:ext cx="4503810" cy="23044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105B6C-058B-BA8C-E235-D153F8234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901" y="1604393"/>
            <a:ext cx="4503810" cy="181371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14B8A74-2497-7316-7B30-0FC074836A7A}"/>
              </a:ext>
            </a:extLst>
          </p:cNvPr>
          <p:cNvSpPr txBox="1">
            <a:spLocks/>
          </p:cNvSpPr>
          <p:nvPr/>
        </p:nvSpPr>
        <p:spPr>
          <a:xfrm>
            <a:off x="-46492" y="3718503"/>
            <a:ext cx="12123174" cy="7032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Find the Top 10 delayed routes based on average delay hours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1DBE0B-2439-0610-99A7-33A3C06ED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8" y="4421715"/>
            <a:ext cx="6061587" cy="2209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568845-97A7-AA7B-0AE6-4FF4E3EA5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901" y="4421715"/>
            <a:ext cx="4503810" cy="220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307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55106F-BD7A-39AE-75AE-E02328D68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5260957"/>
              </p:ext>
            </p:extLst>
          </p:nvPr>
        </p:nvGraphicFramePr>
        <p:xfrm>
          <a:off x="101600" y="152718"/>
          <a:ext cx="11988800" cy="3576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E0B9FB6-C773-873F-6327-82958E400E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8963281"/>
              </p:ext>
            </p:extLst>
          </p:nvPr>
        </p:nvGraphicFramePr>
        <p:xfrm>
          <a:off x="325120" y="3728720"/>
          <a:ext cx="11521440" cy="2976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35098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2FE8-195D-1235-BDB6-8FC0701E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979A-177E-53A0-54AE-D1DA24FA4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23174" cy="1304000"/>
          </a:xfrm>
        </p:spPr>
        <p:txBody>
          <a:bodyPr>
            <a:noAutofit/>
          </a:bodyPr>
          <a:lstStyle/>
          <a:p>
            <a:r>
              <a:rPr lang="en-US" sz="3600" dirty="0"/>
              <a:t>Use SQL window functions to rank shipments by delay within each </a:t>
            </a:r>
            <a:r>
              <a:rPr lang="en-US" sz="3600" dirty="0" err="1"/>
              <a:t>Warehouse_ID</a:t>
            </a:r>
            <a:r>
              <a:rPr lang="en-US" sz="3600" dirty="0"/>
              <a:t>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7E45ED-EC5C-8060-599D-6AFFDFF7C30B}"/>
              </a:ext>
            </a:extLst>
          </p:cNvPr>
          <p:cNvSpPr txBox="1">
            <a:spLocks/>
          </p:cNvSpPr>
          <p:nvPr/>
        </p:nvSpPr>
        <p:spPr>
          <a:xfrm>
            <a:off x="-75989" y="3974142"/>
            <a:ext cx="12123174" cy="7032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Identify the average delay per </a:t>
            </a:r>
            <a:r>
              <a:rPr lang="en-US" sz="3200" dirty="0" err="1"/>
              <a:t>Delivery_Type</a:t>
            </a:r>
            <a:r>
              <a:rPr lang="en-US" sz="3200" dirty="0"/>
              <a:t> (Express / Standard) to compare service-level efficiency.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3634F-925F-348A-90DD-CC40540D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1" y="1186013"/>
            <a:ext cx="4818989" cy="24145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1F1649-1ACF-B2B8-4094-BE74AF8B5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696" y="1304000"/>
            <a:ext cx="4207361" cy="2322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DA2F44-F938-0621-9253-BE1A5178A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71" y="4660322"/>
            <a:ext cx="4750426" cy="20233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7AA8EC-375A-51F1-EC49-84C821CA5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1029" y="4858209"/>
            <a:ext cx="3428694" cy="143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16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2D4895-7DA4-63D9-72FA-852305AD2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789696"/>
              </p:ext>
            </p:extLst>
          </p:nvPr>
        </p:nvGraphicFramePr>
        <p:xfrm>
          <a:off x="838200" y="975360"/>
          <a:ext cx="10515600" cy="419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2008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174F9-CB82-C4C4-5AE3-DF5B2416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D6A3-B183-C7A5-767B-CF8FDE9A1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26" y="208994"/>
            <a:ext cx="12123174" cy="576413"/>
          </a:xfrm>
        </p:spPr>
        <p:txBody>
          <a:bodyPr>
            <a:noAutofit/>
          </a:bodyPr>
          <a:lstStyle/>
          <a:p>
            <a:r>
              <a:rPr lang="en-US" sz="3600" dirty="0"/>
              <a:t>Average transit time (in hours) across all shipments.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D7B76B5-97F1-5AC3-81D2-0756679350B2}"/>
              </a:ext>
            </a:extLst>
          </p:cNvPr>
          <p:cNvSpPr txBox="1">
            <a:spLocks/>
          </p:cNvSpPr>
          <p:nvPr/>
        </p:nvSpPr>
        <p:spPr>
          <a:xfrm>
            <a:off x="-100570" y="3331937"/>
            <a:ext cx="12123174" cy="7032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Average delay (in hours) per route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326C2-1B82-32C2-CF82-7C590B425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71" y="910477"/>
            <a:ext cx="5090348" cy="2384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1C0FA2-08C1-5421-49E0-F72E87912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704" y="822019"/>
            <a:ext cx="2310659" cy="25706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5610C6-0541-FB19-9465-53786B072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71" y="4260092"/>
            <a:ext cx="5283894" cy="20825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128B0E-B593-348B-B98E-5FF03D417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704" y="4071761"/>
            <a:ext cx="2310659" cy="259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3216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FFA5AE-0D7E-CE54-2B21-C24089AF7A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2154929"/>
              </p:ext>
            </p:extLst>
          </p:nvPr>
        </p:nvGraphicFramePr>
        <p:xfrm>
          <a:off x="274320" y="223520"/>
          <a:ext cx="11511280" cy="3088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C4BD456-71C5-5D54-0017-9D400C92C2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413540"/>
              </p:ext>
            </p:extLst>
          </p:nvPr>
        </p:nvGraphicFramePr>
        <p:xfrm>
          <a:off x="274320" y="3545842"/>
          <a:ext cx="11511280" cy="3088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57933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8116-E570-3F4A-ADCE-764F6571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F648-860B-2C10-EB4F-878A2A199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26" y="867290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Distance-to-time efficiency ratio = </a:t>
            </a:r>
            <a:r>
              <a:rPr lang="en-US" sz="3200" dirty="0" err="1"/>
              <a:t>Distance_KM</a:t>
            </a:r>
            <a:r>
              <a:rPr lang="en-US" sz="3200" dirty="0"/>
              <a:t> / </a:t>
            </a:r>
            <a:r>
              <a:rPr lang="en-US" sz="3200" dirty="0" err="1"/>
              <a:t>Avg_Transit_Time_Hours</a:t>
            </a:r>
            <a:r>
              <a:rPr lang="en-US" sz="3200" dirty="0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ACD02B4-A577-16A4-BB1D-7094ABE23550}"/>
              </a:ext>
            </a:extLst>
          </p:cNvPr>
          <p:cNvSpPr txBox="1">
            <a:spLocks/>
          </p:cNvSpPr>
          <p:nvPr/>
        </p:nvSpPr>
        <p:spPr>
          <a:xfrm>
            <a:off x="0" y="3888659"/>
            <a:ext cx="11828206" cy="60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Identify 3 routes with the worst efficiency ratio (lowest distance-to-time).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5ABB5-78DF-77DF-2BFB-AB16F6551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71" y="1137330"/>
            <a:ext cx="5576987" cy="1900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315154-5AFA-D3D2-BC66-A133E5BCB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923" y="1173942"/>
            <a:ext cx="4222838" cy="20476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CDCCD1-3FFE-67B9-1F26-8A98A11FD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3" y="4577884"/>
            <a:ext cx="5507842" cy="15348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6333F8-4E28-33F0-3154-CAC1D9D75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846" y="4494808"/>
            <a:ext cx="2610348" cy="163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9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EA2ABA-167A-FA87-1FE2-79B555296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6319094"/>
              </p:ext>
            </p:extLst>
          </p:nvPr>
        </p:nvGraphicFramePr>
        <p:xfrm>
          <a:off x="203200" y="121920"/>
          <a:ext cx="1169416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520D00B0-F02F-1169-FFEA-065C0F7FAB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1426975"/>
              </p:ext>
            </p:extLst>
          </p:nvPr>
        </p:nvGraphicFramePr>
        <p:xfrm>
          <a:off x="203200" y="3596641"/>
          <a:ext cx="11694160" cy="3061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5687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4FF3-6DD1-2C43-9F7D-B7842349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20BA-B39D-8A9F-D03E-5768AE148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26" y="867290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Find routes with &gt;20% of shipments delayed beyond expected transit time.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11758DA-35AC-5EB8-4815-E9939D4DD7AD}"/>
              </a:ext>
            </a:extLst>
          </p:cNvPr>
          <p:cNvSpPr txBox="1">
            <a:spLocks/>
          </p:cNvSpPr>
          <p:nvPr/>
        </p:nvSpPr>
        <p:spPr>
          <a:xfrm>
            <a:off x="0" y="3635305"/>
            <a:ext cx="11828206" cy="60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Recommend potential routes or hub pairs for optimization.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C5DD6-9186-AEF6-3734-E66CBE27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71" y="867291"/>
            <a:ext cx="4282811" cy="26329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850198-EA00-6261-9B64-EE0D620D1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060" y="1002310"/>
            <a:ext cx="3215919" cy="2027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C6F25A-31E5-8D2B-2958-156BBD454A66}"/>
              </a:ext>
            </a:extLst>
          </p:cNvPr>
          <p:cNvSpPr txBox="1"/>
          <p:nvPr/>
        </p:nvSpPr>
        <p:spPr>
          <a:xfrm>
            <a:off x="1017639" y="4241454"/>
            <a:ext cx="102255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Route Optimization Recommendations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</a:t>
            </a:r>
            <a:r>
              <a:rPr lang="en-US" b="1" dirty="0"/>
              <a:t>R002, R007, and R020</a:t>
            </a:r>
            <a:r>
              <a:rPr lang="en-US" dirty="0"/>
              <a:t>, as they have the highest average delivery delays.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</a:t>
            </a:r>
            <a:r>
              <a:rPr lang="en-US" b="1" dirty="0"/>
              <a:t>R003, R015, and R006</a:t>
            </a:r>
            <a:r>
              <a:rPr lang="en-US" dirty="0"/>
              <a:t>, which show the lowest route efficiency ratios.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 hub-to-hub transfers and reduce unnecessary transit points.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predictive delay monitoring using historical shipment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 capacity and staffing during peak shipping periods.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Streamline customs and documentation processes for international routes.</a:t>
            </a:r>
          </a:p>
        </p:txBody>
      </p:sp>
    </p:spTree>
    <p:extLst>
      <p:ext uri="{BB962C8B-B14F-4D97-AF65-F5344CB8AC3E}">
        <p14:creationId xmlns:p14="http://schemas.microsoft.com/office/powerpoint/2010/main" val="1719256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066B81-CEC1-6965-BEDA-0FF525FAA8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009200"/>
              </p:ext>
            </p:extLst>
          </p:nvPr>
        </p:nvGraphicFramePr>
        <p:xfrm>
          <a:off x="381000" y="721360"/>
          <a:ext cx="11430000" cy="4805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17763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B4AD-7AA0-D67B-91EB-8A5F0676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4206-9C15-5B30-345B-4430444A6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26" y="867290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Find the top 3 warehouses with the highest average delay in shipments dispatched.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BF11F61-8440-CE74-07D4-619CDF4D83C1}"/>
              </a:ext>
            </a:extLst>
          </p:cNvPr>
          <p:cNvSpPr txBox="1">
            <a:spLocks/>
          </p:cNvSpPr>
          <p:nvPr/>
        </p:nvSpPr>
        <p:spPr>
          <a:xfrm>
            <a:off x="181897" y="3211226"/>
            <a:ext cx="11828206" cy="60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Calculate total shipments vs delayed shipments for each warehouse.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D9D2C5-6BE9-1FFD-6E63-7202AC999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1" y="1137330"/>
            <a:ext cx="4792548" cy="19696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42041A-3ACB-9EF2-2402-CA1489419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930" y="1358621"/>
            <a:ext cx="3993257" cy="1646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155015-BE44-5235-5A95-C757BF86E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61" y="3817375"/>
            <a:ext cx="4792548" cy="28292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B487DC-5AB4-2B1F-93BD-152030EB31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930" y="4155725"/>
            <a:ext cx="3981757" cy="240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96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233D9BC-E357-56D6-C7C0-8B157F4E9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81002"/>
              </p:ext>
            </p:extLst>
          </p:nvPr>
        </p:nvGraphicFramePr>
        <p:xfrm>
          <a:off x="355600" y="101600"/>
          <a:ext cx="11419840" cy="332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AF05D086-27EF-FA15-C76D-2CD5950596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2803383"/>
              </p:ext>
            </p:extLst>
          </p:nvPr>
        </p:nvGraphicFramePr>
        <p:xfrm>
          <a:off x="355600" y="3429000"/>
          <a:ext cx="1141984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06866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1FC2-4851-F8FB-BF1C-A0584D5D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3E63-9C65-98BD-7793-0187E5AAD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26" y="867290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Use CTEs to identify warehouses where average delay exceeds the global average delay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2D0D02B-3579-0D73-AD73-B99EF7538467}"/>
              </a:ext>
            </a:extLst>
          </p:cNvPr>
          <p:cNvSpPr txBox="1">
            <a:spLocks/>
          </p:cNvSpPr>
          <p:nvPr/>
        </p:nvSpPr>
        <p:spPr>
          <a:xfrm>
            <a:off x="181897" y="3288219"/>
            <a:ext cx="11828206" cy="60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Rank all warehouses based on on-time delivery percentage.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20C82-0232-1014-9860-02C06CD84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735548"/>
            <a:ext cx="2804403" cy="24756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6978EC-5D3B-0329-61FA-42B1727BA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624" y="1002310"/>
            <a:ext cx="3391995" cy="21074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266C6A-568E-E91E-F133-435126111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77" y="3894368"/>
            <a:ext cx="3907600" cy="28308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1C5924-0373-652B-A3DB-524814716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609" y="4264981"/>
            <a:ext cx="3323009" cy="215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01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E44DC2-9AF6-63B4-D939-D05F444177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908079"/>
              </p:ext>
            </p:extLst>
          </p:nvPr>
        </p:nvGraphicFramePr>
        <p:xfrm>
          <a:off x="294640" y="101600"/>
          <a:ext cx="11551920" cy="3327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068B3CA-44B5-93DC-C232-6A19D11485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290734"/>
              </p:ext>
            </p:extLst>
          </p:nvPr>
        </p:nvGraphicFramePr>
        <p:xfrm>
          <a:off x="294640" y="3429000"/>
          <a:ext cx="11551920" cy="322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88528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2251-95D4-E288-179E-0357DA26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4A16-F383-89C2-5796-64F8BFE8A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3" y="322302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Rank delivery agents (per route) by on-time delivery percentage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72D6140-7F42-C76E-BC64-346B7596E865}"/>
              </a:ext>
            </a:extLst>
          </p:cNvPr>
          <p:cNvSpPr txBox="1">
            <a:spLocks/>
          </p:cNvSpPr>
          <p:nvPr/>
        </p:nvSpPr>
        <p:spPr>
          <a:xfrm>
            <a:off x="181897" y="3288219"/>
            <a:ext cx="11828206" cy="60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Find agents whose on-time % is below 85%.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F6E8A1-BECB-D66C-B118-82899DD15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77" y="527761"/>
            <a:ext cx="5303781" cy="2760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8D5775-4B6E-E0D1-5CF6-90D1FBD1F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613" y="592342"/>
            <a:ext cx="3549956" cy="2583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B07A11-C597-040D-4391-76BD70770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277" y="3894368"/>
            <a:ext cx="4055084" cy="28496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2F8203-7ECE-1DC0-1A8B-3A62EC4BD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3600" y="3894368"/>
            <a:ext cx="2455981" cy="274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264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840D-9AF2-3EA2-D3D3-ACD0200AB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C8D7C-1FD9-DD25-5340-A660A08E2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04082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Compare the average rating and experience (in years) of the top 5 vs bottom 5 agents using subqueries.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BD7DA-6E2E-3443-6002-C25EA0B93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97" y="991398"/>
            <a:ext cx="3992879" cy="42700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91B75E-BF11-B68F-8F51-E3BEBC2F1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97" y="5474216"/>
            <a:ext cx="4663844" cy="13107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13C7EB-74E9-1254-235F-3087F6EDA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121" y="1007333"/>
            <a:ext cx="3830320" cy="41713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F33EF5-0B16-94C2-EC6C-CA1E912DF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597" y="5474216"/>
            <a:ext cx="4663844" cy="13869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8033D64-B0FF-A590-999A-6DCBDBA09548}"/>
              </a:ext>
            </a:extLst>
          </p:cNvPr>
          <p:cNvSpPr txBox="1"/>
          <p:nvPr/>
        </p:nvSpPr>
        <p:spPr>
          <a:xfrm>
            <a:off x="1280160" y="991398"/>
            <a:ext cx="1513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Top 5 Agents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CCD647-8071-C3E6-67AD-1336A7DD1E6D}"/>
              </a:ext>
            </a:extLst>
          </p:cNvPr>
          <p:cNvSpPr txBox="1"/>
          <p:nvPr/>
        </p:nvSpPr>
        <p:spPr>
          <a:xfrm>
            <a:off x="9240519" y="987116"/>
            <a:ext cx="187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Bottom 5 Agents</a:t>
            </a:r>
          </a:p>
        </p:txBody>
      </p:sp>
    </p:spTree>
    <p:extLst>
      <p:ext uri="{BB962C8B-B14F-4D97-AF65-F5344CB8AC3E}">
        <p14:creationId xmlns:p14="http://schemas.microsoft.com/office/powerpoint/2010/main" val="847396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421095-5A0A-6490-C11C-CC03412010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777048"/>
              </p:ext>
            </p:extLst>
          </p:nvPr>
        </p:nvGraphicFramePr>
        <p:xfrm>
          <a:off x="416560" y="101599"/>
          <a:ext cx="11358880" cy="345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C520FF6-3DC8-A387-FA2D-831107F2A6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8395475"/>
              </p:ext>
            </p:extLst>
          </p:nvPr>
        </p:nvGraphicFramePr>
        <p:xfrm>
          <a:off x="416560" y="3556001"/>
          <a:ext cx="11358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4552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288E-9EE1-0210-6E3A-C571B328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9361-F7EA-7A01-742F-342FC2734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04082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For each shipment, display the latest status (Delivered, In Transit, or Returned) along with the latest </a:t>
            </a:r>
            <a:r>
              <a:rPr lang="en-US" sz="3200" dirty="0" err="1"/>
              <a:t>Delivery_Date</a:t>
            </a:r>
            <a:r>
              <a:rPr lang="en-US" sz="3200" dirty="0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3E512D3-F419-6AD6-A73D-BA4BB0911195}"/>
              </a:ext>
            </a:extLst>
          </p:cNvPr>
          <p:cNvSpPr txBox="1">
            <a:spLocks/>
          </p:cNvSpPr>
          <p:nvPr/>
        </p:nvSpPr>
        <p:spPr>
          <a:xfrm>
            <a:off x="181897" y="3691341"/>
            <a:ext cx="11828206" cy="60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Identify routes where the majority of shipments are still “In Transit” or “Returned”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7C441-6D49-366E-6F25-82BFE474A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78" y="1285755"/>
            <a:ext cx="3036000" cy="1743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B56E78-FB91-AB7F-AB15-C047C934E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756" y="1176012"/>
            <a:ext cx="3520745" cy="21109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EF2385-93F1-9CDC-B842-8987876BD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78" y="4297490"/>
            <a:ext cx="4184320" cy="20400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EE241C-9357-A885-0872-2C90EB187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7755" y="4203778"/>
            <a:ext cx="3215547" cy="242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641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FED93A-6FC1-DA74-F7B4-9FA115BFF2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0554050"/>
              </p:ext>
            </p:extLst>
          </p:nvPr>
        </p:nvGraphicFramePr>
        <p:xfrm>
          <a:off x="436880" y="77470"/>
          <a:ext cx="11257280" cy="3163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B03587D0-E1BE-D272-C3E7-583E1D26C7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7359552"/>
              </p:ext>
            </p:extLst>
          </p:nvPr>
        </p:nvGraphicFramePr>
        <p:xfrm>
          <a:off x="436880" y="3312160"/>
          <a:ext cx="11257280" cy="327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67804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2636-5153-85E1-734B-3EF5439C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42EF-02C7-9CAC-7695-91F969A80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04082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Find the most frequent delay reasons (if available in delay-related columns or flags).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B2046A0-104C-5A08-86A4-3DC9B6E96164}"/>
              </a:ext>
            </a:extLst>
          </p:cNvPr>
          <p:cNvSpPr txBox="1">
            <a:spLocks/>
          </p:cNvSpPr>
          <p:nvPr/>
        </p:nvSpPr>
        <p:spPr>
          <a:xfrm>
            <a:off x="181897" y="3691341"/>
            <a:ext cx="11828206" cy="60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Identify orders with exceptionally high delay (&gt;120 hours) to investigate potential bottlenecks.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4F62F9-BA3F-3325-8FB3-E0A2639F7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8" y="1148184"/>
            <a:ext cx="4236143" cy="18801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38B6B6-195A-DCAB-111B-7DE432E9E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755" y="1364749"/>
            <a:ext cx="3662246" cy="15259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2B2397-0E16-D178-FA29-9126E8AC5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78" y="3994414"/>
            <a:ext cx="3165030" cy="25735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4DF6C7-D5D6-50A7-DC37-0152F88DE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604" y="4304374"/>
            <a:ext cx="4632286" cy="227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46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8C454-22B8-542D-CCEB-DF94CE553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6B5F0-8511-F201-8ECB-67A9D8636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9072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Average Delivery Delay per </a:t>
            </a:r>
            <a:r>
              <a:rPr lang="en-US" sz="3200" dirty="0" err="1"/>
              <a:t>Source_Country</a:t>
            </a:r>
            <a:r>
              <a:rPr lang="en-US" sz="3200" dirty="0"/>
              <a:t>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BD889FB-4E62-79B9-A497-7A457B3F5BBD}"/>
              </a:ext>
            </a:extLst>
          </p:cNvPr>
          <p:cNvSpPr txBox="1">
            <a:spLocks/>
          </p:cNvSpPr>
          <p:nvPr/>
        </p:nvSpPr>
        <p:spPr>
          <a:xfrm>
            <a:off x="181897" y="3650376"/>
            <a:ext cx="11828206" cy="60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On-Time Delivery % = (Total On-Time Deliveries / Total Deliveries) * 100.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FE667-7377-4210-ED71-26328215E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78" y="822520"/>
            <a:ext cx="5253499" cy="2235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244F87-856D-6005-477D-329EC9FF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432" y="822520"/>
            <a:ext cx="3095562" cy="23851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B64360-0860-20D5-4B5F-CFC3DD1A4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78" y="3808542"/>
            <a:ext cx="3779971" cy="28752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E64BD1-AEAB-D0C0-9FA9-929EC7452A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9419" y="4699276"/>
            <a:ext cx="2611949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615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780C8845-0DFA-B5F7-1315-298A2038BE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6099346"/>
              </p:ext>
            </p:extLst>
          </p:nvPr>
        </p:nvGraphicFramePr>
        <p:xfrm>
          <a:off x="365760" y="132079"/>
          <a:ext cx="11399520" cy="345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60EDF1C-B91A-3A89-93D4-E0D806FF04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8968342"/>
              </p:ext>
            </p:extLst>
          </p:nvPr>
        </p:nvGraphicFramePr>
        <p:xfrm>
          <a:off x="365760" y="3586481"/>
          <a:ext cx="11399520" cy="3027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15516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DB02-3397-A92E-C523-AD433BBA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2151-9C3C-FCB6-C033-77762C810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9072"/>
            <a:ext cx="12123174" cy="270040"/>
          </a:xfrm>
        </p:spPr>
        <p:txBody>
          <a:bodyPr>
            <a:noAutofit/>
          </a:bodyPr>
          <a:lstStyle/>
          <a:p>
            <a:r>
              <a:rPr lang="en-US" sz="3200" dirty="0"/>
              <a:t>Average Delay (in hours) per </a:t>
            </a:r>
            <a:r>
              <a:rPr lang="en-US" sz="3200" dirty="0" err="1"/>
              <a:t>Route_ID</a:t>
            </a:r>
            <a:r>
              <a:rPr lang="en-US" sz="3200" dirty="0"/>
              <a:t>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0FE6257-D9C7-2FD5-E8BA-7D6454B40869}"/>
              </a:ext>
            </a:extLst>
          </p:cNvPr>
          <p:cNvSpPr txBox="1">
            <a:spLocks/>
          </p:cNvSpPr>
          <p:nvPr/>
        </p:nvSpPr>
        <p:spPr>
          <a:xfrm>
            <a:off x="181897" y="3511104"/>
            <a:ext cx="11828206" cy="60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Warehouse Utilization % = (</a:t>
            </a:r>
            <a:r>
              <a:rPr lang="en-US" sz="3200" dirty="0" err="1"/>
              <a:t>Shipments_Handled</a:t>
            </a:r>
            <a:r>
              <a:rPr lang="en-US" sz="3200" dirty="0"/>
              <a:t> / </a:t>
            </a:r>
            <a:r>
              <a:rPr lang="en-US" sz="3200" dirty="0" err="1"/>
              <a:t>Capacity_per_day</a:t>
            </a:r>
            <a:r>
              <a:rPr lang="en-US" sz="3200" dirty="0"/>
              <a:t>) * 100.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CA95B-8383-10F9-9455-A70354F87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4" y="930048"/>
            <a:ext cx="5262627" cy="1965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F168DE-13C8-4C18-E77D-3D1BAC739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426" y="781705"/>
            <a:ext cx="3037933" cy="22621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F090B7-AC66-DCB0-8537-A27916F2E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54" y="3588773"/>
            <a:ext cx="3937820" cy="31659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8BDE16-0142-4200-F1D5-1F0BC9A63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985" y="4117253"/>
            <a:ext cx="5182217" cy="231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79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339858DD-A098-F842-9E05-13563DED4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5498110"/>
              </p:ext>
            </p:extLst>
          </p:nvPr>
        </p:nvGraphicFramePr>
        <p:xfrm>
          <a:off x="381000" y="96520"/>
          <a:ext cx="11430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0F41A5A-BB22-C77A-A86A-B3C44195D1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1509189"/>
              </p:ext>
            </p:extLst>
          </p:nvPr>
        </p:nvGraphicFramePr>
        <p:xfrm>
          <a:off x="381000" y="3429000"/>
          <a:ext cx="11430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259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F88753-00B8-2C3E-7494-8ACA510760DA}"/>
              </a:ext>
            </a:extLst>
          </p:cNvPr>
          <p:cNvSpPr txBox="1"/>
          <p:nvPr/>
        </p:nvSpPr>
        <p:spPr>
          <a:xfrm>
            <a:off x="3048000" y="3856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Final Project 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7E74C-B479-24EA-F5DF-BDFF2BB8A187}"/>
              </a:ext>
            </a:extLst>
          </p:cNvPr>
          <p:cNvSpPr txBox="1"/>
          <p:nvPr/>
        </p:nvSpPr>
        <p:spPr>
          <a:xfrm>
            <a:off x="176981" y="1170039"/>
            <a:ext cx="117298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FedEx Logistics Analytics project used SQL to analyze shipment delays, route performance, warehouse operations, and delivery agent efficiency. The analysis found that routes </a:t>
            </a:r>
            <a:r>
              <a:rPr lang="en-US" b="1" dirty="0"/>
              <a:t>R002, R007, and R020</a:t>
            </a:r>
            <a:r>
              <a:rPr lang="en-US" dirty="0"/>
              <a:t> had the highest delays, while </a:t>
            </a:r>
            <a:r>
              <a:rPr lang="en-US" b="1" dirty="0"/>
              <a:t>R003, R015, and R006</a:t>
            </a:r>
            <a:r>
              <a:rPr lang="en-US" dirty="0"/>
              <a:t> showed the lowest efficiency.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study also showed that </a:t>
            </a:r>
            <a:r>
              <a:rPr lang="en-US" b="1" dirty="0"/>
              <a:t>traffic, weather, and technical issues</a:t>
            </a:r>
            <a:r>
              <a:rPr lang="en-US" dirty="0"/>
              <a:t> were the main reasons for delays. By improving </a:t>
            </a:r>
            <a:r>
              <a:rPr lang="en-US" b="1" dirty="0"/>
              <a:t>route</a:t>
            </a:r>
            <a:r>
              <a:rPr lang="en-US" dirty="0"/>
              <a:t> </a:t>
            </a:r>
            <a:r>
              <a:rPr lang="en-US" b="1" dirty="0"/>
              <a:t>planning, warehouse operations, and agent performance</a:t>
            </a:r>
            <a:r>
              <a:rPr lang="en-US" dirty="0"/>
              <a:t>, FedEx can reduce delays, improve delivery reliability, and increase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180426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724</Words>
  <Application>Microsoft Office PowerPoint</Application>
  <PresentationFormat>Widescreen</PresentationFormat>
  <Paragraphs>68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Logistics Optimization for Delivery Routes – FedEx </vt:lpstr>
      <vt:lpstr>Identify and delete duplicate Order_ID or Shipment_ID records. </vt:lpstr>
      <vt:lpstr>Replace null or missing Delay_Hours values in the Shipments Table with the average delay for that Route_ID.</vt:lpstr>
      <vt:lpstr>Calculate delivery delay (in hours) for each shipment using Delivery_Date – Pickup_Date.</vt:lpstr>
      <vt:lpstr>PowerPoint Presentation</vt:lpstr>
      <vt:lpstr>Use SQL window functions to rank shipments by delay within each Warehouse_ID. </vt:lpstr>
      <vt:lpstr>PowerPoint Presentation</vt:lpstr>
      <vt:lpstr>Average transit time (in hours) across all shipments. </vt:lpstr>
      <vt:lpstr>PowerPoint Presentation</vt:lpstr>
      <vt:lpstr>Distance-to-time efficiency ratio = Distance_KM / Avg_Transit_Time_Hours.</vt:lpstr>
      <vt:lpstr>PowerPoint Presentation</vt:lpstr>
      <vt:lpstr>Find routes with &gt;20% of shipments delayed beyond expected transit time.</vt:lpstr>
      <vt:lpstr>PowerPoint Presentation</vt:lpstr>
      <vt:lpstr>Find the top 3 warehouses with the highest average delay in shipments dispatched. </vt:lpstr>
      <vt:lpstr>PowerPoint Presentation</vt:lpstr>
      <vt:lpstr>Use CTEs to identify warehouses where average delay exceeds the global average delay</vt:lpstr>
      <vt:lpstr>PowerPoint Presentation</vt:lpstr>
      <vt:lpstr>Rank delivery agents (per route) by on-time delivery percentage</vt:lpstr>
      <vt:lpstr>Compare the average rating and experience (in years) of the top 5 vs bottom 5 agents using subqueries.</vt:lpstr>
      <vt:lpstr>PowerPoint Presentation</vt:lpstr>
      <vt:lpstr>For each shipment, display the latest status (Delivered, In Transit, or Returned) along with the latest Delivery_Date.</vt:lpstr>
      <vt:lpstr>PowerPoint Presentation</vt:lpstr>
      <vt:lpstr>Find the most frequent delay reasons (if available in delay-related columns or flags).</vt:lpstr>
      <vt:lpstr>Average Delivery Delay per Source_Country.</vt:lpstr>
      <vt:lpstr>PowerPoint Presentation</vt:lpstr>
      <vt:lpstr>Average Delay (in hours) per Route_ID.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SHANTANU MANOHAR</dc:creator>
  <cp:lastModifiedBy>SHANTANU MANOHAR</cp:lastModifiedBy>
  <cp:revision>20</cp:revision>
  <dcterms:created xsi:type="dcterms:W3CDTF">2026-06-07T15:42:52Z</dcterms:created>
  <dcterms:modified xsi:type="dcterms:W3CDTF">2026-06-08T07:09:35Z</dcterms:modified>
</cp:coreProperties>
</file>